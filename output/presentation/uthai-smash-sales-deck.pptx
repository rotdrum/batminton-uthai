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3f9446eb074061" /><Relationship Type="http://schemas.openxmlformats.org/officeDocument/2006/relationships/extended-properties" Target="/docProps/app.xml" Id="R159d469d3d154e35" /><Relationship Type="http://schemas.openxmlformats.org/officeDocument/2006/relationships/officeDocument" Target="/ppt/presentation.xml" Id="R28dcb84be91648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4f7a507fbf4afc"/>
  </p:sldMasterIdLst>
  <p:notesMasterIdLst>
    <p:notesMasterId xmlns:r="http://schemas.openxmlformats.org/officeDocument/2006/relationships" r:id="Rcf490875f84e4401"/>
  </p:notesMasterIdLst>
  <p:sldIdLst>
    <p:sldId xmlns:r="http://schemas.openxmlformats.org/officeDocument/2006/relationships" id="256" r:id="Rbf4b5109178a4c04"/>
    <p:sldId xmlns:r="http://schemas.openxmlformats.org/officeDocument/2006/relationships" id="257" r:id="R01557acaecda4795"/>
    <p:sldId xmlns:r="http://schemas.openxmlformats.org/officeDocument/2006/relationships" id="258" r:id="Rc50fe193cc2c475f"/>
    <p:sldId xmlns:r="http://schemas.openxmlformats.org/officeDocument/2006/relationships" id="259" r:id="R09cd05a7d368482f"/>
    <p:sldId xmlns:r="http://schemas.openxmlformats.org/officeDocument/2006/relationships" id="260" r:id="Re688e51a5b2742d2"/>
    <p:sldId xmlns:r="http://schemas.openxmlformats.org/officeDocument/2006/relationships" id="261" r:id="R2b13d0b5852144a3"/>
    <p:sldId xmlns:r="http://schemas.openxmlformats.org/officeDocument/2006/relationships" id="262" r:id="R299bd70b276944d9"/>
    <p:sldId xmlns:r="http://schemas.openxmlformats.org/officeDocument/2006/relationships" id="263" r:id="Rc1326da368fc4cf8"/>
    <p:sldId xmlns:r="http://schemas.openxmlformats.org/officeDocument/2006/relationships" id="264" r:id="Rd8fb76cda4874ec4"/>
    <p:sldId xmlns:r="http://schemas.openxmlformats.org/officeDocument/2006/relationships" id="265" r:id="R7e4c42c0599e43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288072919a409b" /><Relationship Type="http://schemas.openxmlformats.org/officeDocument/2006/relationships/slideMaster" Target="/ppt/slideMasters/slideMaster1.xml" Id="Rcd4f7a507fbf4afc" /><Relationship Type="http://schemas.openxmlformats.org/officeDocument/2006/relationships/notesMaster" Target="/ppt/notesMasters/notesMaster1.xml" Id="Rcf490875f84e4401" /><Relationship Type="http://schemas.openxmlformats.org/officeDocument/2006/relationships/presProps" Target="/ppt/presProps.xml" Id="R99f3b1dbb1b94e41" /><Relationship Type="http://schemas.openxmlformats.org/officeDocument/2006/relationships/tableStyles" Target="/ppt/tableStyles.xml" Id="Rf84cf7eb42ae4ef4" /><Relationship Type="http://schemas.openxmlformats.org/officeDocument/2006/relationships/slide" Target="/ppt/slides/slide1.xml" Id="Rbf4b5109178a4c04" /><Relationship Type="http://schemas.openxmlformats.org/officeDocument/2006/relationships/slide" Target="/ppt/slides/slide2.xml" Id="R01557acaecda4795" /><Relationship Type="http://schemas.openxmlformats.org/officeDocument/2006/relationships/slide" Target="/ppt/slides/slide3.xml" Id="Rc50fe193cc2c475f" /><Relationship Type="http://schemas.openxmlformats.org/officeDocument/2006/relationships/slide" Target="/ppt/slides/slide4.xml" Id="R09cd05a7d368482f" /><Relationship Type="http://schemas.openxmlformats.org/officeDocument/2006/relationships/slide" Target="/ppt/slides/slide5.xml" Id="Re688e51a5b2742d2" /><Relationship Type="http://schemas.openxmlformats.org/officeDocument/2006/relationships/slide" Target="/ppt/slides/slide6.xml" Id="R2b13d0b5852144a3" /><Relationship Type="http://schemas.openxmlformats.org/officeDocument/2006/relationships/slide" Target="/ppt/slides/slide7.xml" Id="R299bd70b276944d9" /><Relationship Type="http://schemas.openxmlformats.org/officeDocument/2006/relationships/slide" Target="/ppt/slides/slide8.xml" Id="Rc1326da368fc4cf8" /><Relationship Type="http://schemas.openxmlformats.org/officeDocument/2006/relationships/slide" Target="/ppt/slides/slide9.xml" Id="Rd8fb76cda4874ec4" /><Relationship Type="http://schemas.openxmlformats.org/officeDocument/2006/relationships/slide" Target="/ppt/slides/slide10.xml" Id="R7e4c42c0599e43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45c2125daa4d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7b7fba17114e39" /><Relationship Type="http://schemas.openxmlformats.org/officeDocument/2006/relationships/notesMaster" Target="/ppt/notesMasters/notesMaster1.xml" Id="R5e8a419e6ba24f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ee885eef514291" /><Relationship Type="http://schemas.openxmlformats.org/officeDocument/2006/relationships/notesMaster" Target="/ppt/notesMasters/notesMaster1.xml" Id="R16282299c53144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433e4018ce4a94" /><Relationship Type="http://schemas.openxmlformats.org/officeDocument/2006/relationships/notesMaster" Target="/ppt/notesMasters/notesMaster1.xml" Id="Rde02b0fe7bf040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2730af351d40d7" /><Relationship Type="http://schemas.openxmlformats.org/officeDocument/2006/relationships/notesMaster" Target="/ppt/notesMasters/notesMaster1.xml" Id="R9c4e3ad1051a45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67c37394db48ab" /><Relationship Type="http://schemas.openxmlformats.org/officeDocument/2006/relationships/notesMaster" Target="/ppt/notesMasters/notesMaster1.xml" Id="R46fb934d57eb47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bfd9464a9a4f36" /><Relationship Type="http://schemas.openxmlformats.org/officeDocument/2006/relationships/notesMaster" Target="/ppt/notesMasters/notesMaster1.xml" Id="Rb922797dfee64c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64603443194fa6" /><Relationship Type="http://schemas.openxmlformats.org/officeDocument/2006/relationships/notesMaster" Target="/ppt/notesMasters/notesMaster1.xml" Id="Re265329eeaf042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071627fc424224" /><Relationship Type="http://schemas.openxmlformats.org/officeDocument/2006/relationships/notesMaster" Target="/ppt/notesMasters/notesMaster1.xml" Id="R87115901726649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f75e47f1c84dd7" /><Relationship Type="http://schemas.openxmlformats.org/officeDocument/2006/relationships/notesMaster" Target="/ppt/notesMasters/notesMaster1.xml" Id="R03c854416b744b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a7e368a733408c" /><Relationship Type="http://schemas.openxmlformats.org/officeDocument/2006/relationships/notesMaster" Target="/ppt/notesMasters/notesMaster1.xml" Id="R3257344d52724d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7eab7627014a6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865a3f05bf473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de3ecb96ae461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726f7e8cf4b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584121dbc44bc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97610fb10543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79B315-22AB-426D-B8E5-3BB9730CB8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3368B87-DA23-48B3-8829-F9E8F677E9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4CEDE74-BA86-46B3-A79A-EE28A6C30E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14F9E9-8740-4719-A51F-7F57DD7D9F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E20E8B0-8518-4256-B536-B676415566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AB0B3A-DB29-4E98-BFA5-627B4242BE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6ED2994-9D27-413D-A212-DD73C0E301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D1A5996-DFBC-4499-8937-FCA212C2634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5886D9-A3CB-48A7-B93B-004D89F23E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2768AC-06C0-4165-B0DE-7674FE1D1B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9b66b67e324aa5" /><Relationship Type="http://schemas.openxmlformats.org/officeDocument/2006/relationships/slideLayout" Target="/ppt/slideLayouts/slideLayout1.xml" Id="Re30ba1ea9f384134" /><Relationship Type="http://schemas.openxmlformats.org/officeDocument/2006/relationships/slideLayout" Target="/ppt/slideLayouts/slideLayout2.xml" Id="R0be524d096c644d9" /><Relationship Type="http://schemas.openxmlformats.org/officeDocument/2006/relationships/slideLayout" Target="/ppt/slideLayouts/slideLayout3.xml" Id="R12c5bf155407454e" /><Relationship Type="http://schemas.openxmlformats.org/officeDocument/2006/relationships/slideLayout" Target="/ppt/slideLayouts/slideLayout4.xml" Id="R833d6e6dcba34933" /><Relationship Type="http://schemas.openxmlformats.org/officeDocument/2006/relationships/slideLayout" Target="/ppt/slideLayouts/slideLayout5.xml" Id="Rf3a0f917b3774cfe" /><Relationship Type="http://schemas.openxmlformats.org/officeDocument/2006/relationships/slideLayout" Target="/ppt/slideLayouts/slideLayout6.xml" Id="Rf0dc6430c48643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0ba1ea9f384134"/>
    <p:sldLayoutId xmlns:r="http://schemas.openxmlformats.org/officeDocument/2006/relationships" id="2147483650" r:id="R0be524d096c644d9"/>
    <p:sldLayoutId xmlns:r="http://schemas.openxmlformats.org/officeDocument/2006/relationships" id="2147483651" r:id="R12c5bf155407454e"/>
    <p:sldLayoutId xmlns:r="http://schemas.openxmlformats.org/officeDocument/2006/relationships" id="2147483652" r:id="R833d6e6dcba34933"/>
    <p:sldLayoutId xmlns:r="http://schemas.openxmlformats.org/officeDocument/2006/relationships" id="2147483653" r:id="Rf3a0f917b3774cfe"/>
    <p:sldLayoutId xmlns:r="http://schemas.openxmlformats.org/officeDocument/2006/relationships" id="2147483654" r:id="Rf0dc6430c48643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119f8db66a47b3" /><Relationship Type="http://schemas.openxmlformats.org/officeDocument/2006/relationships/notesSlide" Target="/ppt/notesSlides/notesSlide1.xml" Id="Ra6b0d8398a7f41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03d61adfd64ea7" /><Relationship Type="http://schemas.openxmlformats.org/officeDocument/2006/relationships/image" Target="/ppt/media/image.png" Id="Rb17f84e57247421a" /><Relationship Type="http://schemas.openxmlformats.org/officeDocument/2006/relationships/notesSlide" Target="/ppt/notesSlides/notesSlide2.xml" Id="R8da7764905f844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02c527c37948d3" /><Relationship Type="http://schemas.openxmlformats.org/officeDocument/2006/relationships/notesSlide" Target="/ppt/notesSlides/notesSlide3.xml" Id="R722ac2867bb44f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33f7a1d7e34c96" /><Relationship Type="http://schemas.openxmlformats.org/officeDocument/2006/relationships/notesSlide" Target="/ppt/notesSlides/notesSlide4.xml" Id="Ra275859527df48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154bc4f9554f3f" /><Relationship Type="http://schemas.openxmlformats.org/officeDocument/2006/relationships/image" Target="/ppt/media/image2.png" Id="R31eeeef4caaa4eca" /><Relationship Type="http://schemas.openxmlformats.org/officeDocument/2006/relationships/image" Target="/ppt/media/image3.png" Id="Rf8e2fae43a834547" /><Relationship Type="http://schemas.openxmlformats.org/officeDocument/2006/relationships/notesSlide" Target="/ppt/notesSlides/notesSlide5.xml" Id="Rf0532d4095354b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a423478ba7485a" /><Relationship Type="http://schemas.openxmlformats.org/officeDocument/2006/relationships/notesSlide" Target="/ppt/notesSlides/notesSlide6.xml" Id="R0f053d5ecfc542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eef073ae16474b" /><Relationship Type="http://schemas.openxmlformats.org/officeDocument/2006/relationships/image" Target="/ppt/media/image4.png" Id="Rca6504827ee44d52" /><Relationship Type="http://schemas.openxmlformats.org/officeDocument/2006/relationships/notesSlide" Target="/ppt/notesSlides/notesSlide7.xml" Id="R424d8c339b374e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7477e3fb5c4290" /><Relationship Type="http://schemas.openxmlformats.org/officeDocument/2006/relationships/image" Target="/ppt/media/image5.png" Id="Re30ab136ead94ccc" /><Relationship Type="http://schemas.openxmlformats.org/officeDocument/2006/relationships/notesSlide" Target="/ppt/notesSlides/notesSlide8.xml" Id="R119e3cbe3b1a4e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ed54d3e96048d1" /><Relationship Type="http://schemas.openxmlformats.org/officeDocument/2006/relationships/notesSlide" Target="/ppt/notesSlides/notesSlide9.xml" Id="Re6664e7672bd4e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b4499e01ff407d" /><Relationship Type="http://schemas.openxmlformats.org/officeDocument/2006/relationships/notesSlide" Target="/ppt/notesSlides/notesSlide10.xml" Id="Rcfb2c48507cf4a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4FB2A-DFEF-47BC-80E1-307D477B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defPPr>
            <a:lvl1pPr>
              <a:defRPr sz="1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1pPr>
            <a:lvl2pPr>
              <a:defRPr sz="1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2pPr>
            <a:lvl3pPr>
              <a:defRPr sz="1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3pPr>
            <a:lvl4pPr>
              <a:defRPr sz="1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4pPr>
            <a:lvl5pPr>
              <a:defRPr sz="1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5pPr>
            <a:lvl6pPr>
              <a:defRPr sz="1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6pPr>
            <a:lvl7pPr>
              <a:defRPr sz="1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7pPr>
            <a:lvl8pPr>
              <a:defRPr sz="1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8pPr>
            <a:lvl9pPr>
              <a:defRPr sz="1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pPr>
            <a:r>
              <a:rPr sz="1650" b="1">
                <a:solidFill>
                  <a:srgbClr val="FFFEF9"/>
                </a:solidFill>
                <a:latin typeface="Thonburi"/>
                <a:ea typeface="Thonburi"/>
                <a:cs typeface="Thonburi"/>
              </a:rPr>
              <a:t>UTHAI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BEADD-A25C-4B05-8351-E79520F7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defPPr>
            <a:lvl1pPr>
              <a:defRPr sz="750" b="1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1pPr>
            <a:lvl2pPr>
              <a:defRPr sz="750" b="1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2pPr>
            <a:lvl3pPr>
              <a:defRPr sz="750" b="1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3pPr>
            <a:lvl4pPr>
              <a:defRPr sz="750" b="1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4pPr>
            <a:lvl5pPr>
              <a:defRPr sz="750" b="1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5pPr>
            <a:lvl6pPr>
              <a:defRPr sz="750" b="1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6pPr>
            <a:lvl7pPr>
              <a:defRPr sz="750" b="1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7pPr>
            <a:lvl8pPr>
              <a:defRPr sz="750" b="1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8pPr>
            <a:lvl9pPr>
              <a:defRPr sz="750" b="1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pPr>
            <a:r>
              <a:rPr sz="750" b="1">
                <a:solidFill>
                  <a:srgbClr val="9CB1A5"/>
                </a:solidFill>
                <a:latin typeface="Thonburi"/>
                <a:ea typeface="Thonburi"/>
                <a:cs typeface="Thonburi"/>
              </a:rPr>
              <a:t>SMASH CLUB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24789-AB64-4766-BDFA-7FB0AF78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239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defPPr>
            <a:lvl1pPr>
              <a:defRPr sz="4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1pPr>
            <a:lvl2pPr>
              <a:defRPr sz="4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2pPr>
            <a:lvl3pPr>
              <a:defRPr sz="4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3pPr>
            <a:lvl4pPr>
              <a:defRPr sz="4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4pPr>
            <a:lvl5pPr>
              <a:defRPr sz="4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5pPr>
            <a:lvl6pPr>
              <a:defRPr sz="4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6pPr>
            <a:lvl7pPr>
              <a:defRPr sz="4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7pPr>
            <a:lvl8pPr>
              <a:defRPr sz="4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8pPr>
            <a:lvl9pPr>
              <a:defRPr sz="4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pPr>
            <a:r>
              <a:rPr sz="4650" b="1">
                <a:solidFill>
                  <a:srgbClr val="FFFEF9"/>
                </a:solidFill>
                <a:latin typeface="Thonburi"/>
                <a:ea typeface="Thonburi"/>
                <a:cs typeface="Thonburi"/>
              </a:rPr>
              <a:t>ระบบจัดคิว</a:t>
            </a:r>
          </a:p>
          <a:p xmlns:a="http://schemas.openxmlformats.org/drawingml/2006/main">
            <a:pPr>
              <a:defRPr sz="4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pPr>
            <a:r>
              <a:rPr sz="4650" b="1">
                <a:solidFill>
                  <a:srgbClr val="FFFEF9"/>
                </a:solidFill>
                <a:latin typeface="Thonburi"/>
                <a:ea typeface="Thonburi"/>
                <a:cs typeface="Thonburi"/>
              </a:rPr>
              <a:t>และเก็บเงิน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69B3A-9BFF-4DAA-B20F-15882CDA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defPPr>
            <a:lvl1pPr>
              <a:defRPr sz="2025" b="0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1pPr>
            <a:lvl2pPr>
              <a:defRPr sz="2025" b="0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2pPr>
            <a:lvl3pPr>
              <a:defRPr sz="2025" b="0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3pPr>
            <a:lvl4pPr>
              <a:defRPr sz="2025" b="0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4pPr>
            <a:lvl5pPr>
              <a:defRPr sz="2025" b="0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5pPr>
            <a:lvl6pPr>
              <a:defRPr sz="2025" b="0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6pPr>
            <a:lvl7pPr>
              <a:defRPr sz="2025" b="0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7pPr>
            <a:lvl8pPr>
              <a:defRPr sz="2025" b="0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8pPr>
            <a:lvl9pPr>
              <a:defRPr sz="2025" b="0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D9F36A"/>
                </a:solidFill>
                <a:latin typeface="Thonburi"/>
                <a:ea typeface="Thonburi"/>
                <a:cs typeface="Thonburi"/>
              </a:rPr>
              <a:t>สำหรับชมรมแบดมินตันอุทัยธานี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AD959-D36C-4685-8314-E9E95EB0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6200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FEB2B-3447-48BE-860D-2B63CB11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066800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55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 algn="ctr">
              <a:defRPr sz="55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 algn="ctr">
              <a:defRPr sz="55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 algn="ctr">
              <a:defRPr sz="55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 algn="ctr">
              <a:defRPr sz="55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 algn="ctr">
              <a:defRPr sz="55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 algn="ctr">
              <a:defRPr sz="55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 algn="ctr">
              <a:defRPr sz="55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 algn="ctr">
              <a:defRPr sz="55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 algn="ctr">
              <a:defRPr sz="55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 algn="ctr">
              <a:defRPr sz="55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555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C529F-92EC-49A0-8B98-FCD9A625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defPPr>
            <a:lvl1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1pPr>
            <a:lvl2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2pPr>
            <a:lvl3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3pPr>
            <a:lvl4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4pPr>
            <a:lvl5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5pPr>
            <a:lvl6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6pPr>
            <a:lvl7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7pPr>
            <a:lvl8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8pPr>
            <a:lvl9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pPr>
            <a:r>
              <a:rPr sz="1725" b="1">
                <a:solidFill>
                  <a:srgbClr val="FFFEF9"/>
                </a:solidFill>
                <a:latin typeface="Thonburi"/>
                <a:ea typeface="Thonburi"/>
                <a:cs typeface="Thonburi"/>
              </a:rPr>
              <a:t>คิวชัด  •  เงินครบ  •  คนเดิมใช้ได้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5F43A-5951-4CD5-911B-04FE6829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defPPr>
            <a:lvl1pPr>
              <a:defRPr sz="1050" b="0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1pPr>
            <a:lvl2pPr>
              <a:defRPr sz="1050" b="0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2pPr>
            <a:lvl3pPr>
              <a:defRPr sz="1050" b="0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3pPr>
            <a:lvl4pPr>
              <a:defRPr sz="1050" b="0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4pPr>
            <a:lvl5pPr>
              <a:defRPr sz="1050" b="0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5pPr>
            <a:lvl6pPr>
              <a:defRPr sz="1050" b="0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6pPr>
            <a:lvl7pPr>
              <a:defRPr sz="1050" b="0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7pPr>
            <a:lvl8pPr>
              <a:defRPr sz="1050" b="0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8pPr>
            <a:lvl9pPr>
              <a:defRPr sz="1050" b="0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pPr>
            <a:r>
              <a:rPr sz="1050" b="0">
                <a:solidFill>
                  <a:srgbClr val="9CB1A5"/>
                </a:solidFill>
                <a:latin typeface="Thonburi"/>
                <a:ea typeface="Thonburi"/>
                <a:cs typeface="Thonburi"/>
              </a:rPr>
              <a:t>ข้อเสนอระบบต้นแบบ • ตุลาคม 2569</a:t>
            </a:r>
          </a:p>
        </p:txBody>
      </p:sp>
    </p:spTree>
    <p:extLst>
      <p:ext uri="{BB962C8B-B14F-4D97-AF65-F5344CB8AC3E}">
        <p14:creationId xmlns:p14="http://schemas.microsoft.com/office/powerpoint/2010/main" val="20683916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953127-35A8-47F4-B38D-C5C9F0EE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defPPr>
            <a:lvl1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1pPr>
            <a:lvl2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2pPr>
            <a:lvl3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3pPr>
            <a:lvl4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4pPr>
            <a:lvl5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5pPr>
            <a:lvl6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6pPr>
            <a:lvl7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7pPr>
            <a:lvl8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8pPr>
            <a:lvl9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pPr>
            <a:r>
              <a:rPr sz="900" b="1">
                <a:solidFill>
                  <a:srgbClr val="1C523D"/>
                </a:solidFill>
                <a:latin typeface="Thonburi"/>
                <a:ea typeface="Thonburi"/>
                <a:cs typeface="Thonburi"/>
              </a:rPr>
              <a:t>PAIN POINT 01 · QUEUE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8047D-0755-4797-B80C-CD4D0D1E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270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ปัญหาคิวที่เกิดทุกคืน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8633B-1964-4BD9-9C46-E3A4D77F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B5C4C-817D-4BC7-A29E-68E50E82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E736A-6117-4208-BE92-A15E55DF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A4F67-B997-4CAF-B0AD-6F59A774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145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575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ต้องเดินมาเขียนกระดาน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290C5-A9E6-44A1-9B2D-53F4FFC7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4524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20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คนเล่นต้องมองกระดาษหรือไฟล์เดียวกัน แล้วจำเองว่าคิวไหนมาก่อน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76473-D3D6-42B6-9B96-5FB7925E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FF7B5C"/>
                </a:solidFill>
                <a:latin typeface="Thonburi"/>
                <a:ea typeface="Thonburi"/>
                <a:cs typeface="Thonbur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12E8B-B572-4B67-A746-41C94C6F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527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575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ชื่อซ้ำและลำดับเปลี่ยน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E50EF8-0A86-4AAA-A4C1-1AB32AFD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76600"/>
            <a:ext cx="4524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20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หลายคนช่วยกันเขียน แต่ไม่มีสถานะกลางว่าใครถูกจับเข้าคิวแล้ว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A4BE21-A345-4FE2-B7B9-68C3EBC2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DDA627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DDA627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DDA627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DDA627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DDA627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DDA627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DDA627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DDA627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DDA627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DDA627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DDA627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DDA627"/>
                </a:solidFill>
                <a:latin typeface="Thonburi"/>
                <a:ea typeface="Thonburi"/>
                <a:cs typeface="Thonbur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6AB86-CE9B-4DF1-8208-BF69107C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575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มองไม่เห็นคนว่าง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95712-BFA8-48EB-9124-74F1E652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4524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20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รู้แค่คนที่อยู่ในคิว แต่ไม่รู้ว่าใครเช็คอินแล้วและพร้อมรวมทีม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AAED9B-626B-4DB3-9BEC-78D6C8D2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90700"/>
            <a:ext cx="46101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4A229A-D730-4786-9D12-5797F6CAF9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f84e57247421a"/>
          <a:stretch xmlns:a="http://schemas.openxmlformats.org/drawingml/2006/main"/>
        </p:blipFill>
        <p:spPr>
          <a:xfrm xmlns:a="http://schemas.openxmlformats.org/drawingml/2006/main">
            <a:off x="7154318" y="2571750"/>
            <a:ext cx="3712664" cy="1695450"/>
          </a:xfrm>
          <a:prstGeom xmlns:a="http://schemas.openxmlformats.org/drawingml/2006/main" prst="roundRect">
            <a:avLst>
              <a:gd name="adj" fmla="val 6742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636AC5-8AA3-4DA1-8D73-8C4FC0FA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76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12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12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12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12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12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12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12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12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12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125" b="1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ภาพจริงของวิธีเดิม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68FE2A-8644-418F-837F-D5FB0FCA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1244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defPPr>
            <a:lvl1pPr>
              <a:defRPr sz="172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1pPr>
            <a:lvl2pPr>
              <a:defRPr sz="172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2pPr>
            <a:lvl3pPr>
              <a:defRPr sz="172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3pPr>
            <a:lvl4pPr>
              <a:defRPr sz="172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4pPr>
            <a:lvl5pPr>
              <a:defRPr sz="172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5pPr>
            <a:lvl6pPr>
              <a:defRPr sz="172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6pPr>
            <a:lvl7pPr>
              <a:defRPr sz="172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7pPr>
            <a:lvl8pPr>
              <a:defRPr sz="172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8pPr>
            <a:lvl9pPr>
              <a:defRPr sz="172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pPr>
            <a:r>
              <a:rPr sz="1725" b="1">
                <a:solidFill>
                  <a:srgbClr val="FF7B5C"/>
                </a:solidFill>
                <a:latin typeface="Thonburi"/>
                <a:ea typeface="Thonburi"/>
                <a:cs typeface="Thonburi"/>
              </a:rPr>
              <a:t>×  กระดานบอกลำดับได้</a:t>
            </a:r>
          </a:p>
          <a:p xmlns:a="http://schemas.openxmlformats.org/drawingml/2006/main">
            <a:pPr>
              <a:defRPr sz="172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pPr>
            <a:r>
              <a:rPr sz="1725" b="1">
                <a:solidFill>
                  <a:srgbClr val="FF7B5C"/>
                </a:solidFill>
                <a:latin typeface="Thonburi"/>
                <a:ea typeface="Thonburi"/>
                <a:cs typeface="Thonburi"/>
              </a:rPr>
              <a:t>แต่บอกสถานะคนและสนามไม่ได้</a:t>
            </a:r>
          </a:p>
        </p:txBody>
      </p:sp>
    </p:spTree>
    <p:extLst>
      <p:ext uri="{BB962C8B-B14F-4D97-AF65-F5344CB8AC3E}">
        <p14:creationId xmlns:p14="http://schemas.microsoft.com/office/powerpoint/2010/main" val="1651609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22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670A30-D5CB-4CCD-9EA9-AB77BCED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defPPr>
            <a:lvl1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1pPr>
            <a:lvl2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2pPr>
            <a:lvl3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3pPr>
            <a:lvl4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4pPr>
            <a:lvl5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5pPr>
            <a:lvl6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6pPr>
            <a:lvl7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7pPr>
            <a:lvl8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8pPr>
            <a:lvl9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pPr>
            <a:r>
              <a:rPr sz="900" b="1">
                <a:solidFill>
                  <a:srgbClr val="D9F36A"/>
                </a:solidFill>
                <a:latin typeface="Thonburi"/>
                <a:ea typeface="Thonburi"/>
                <a:cs typeface="Thonburi"/>
              </a:rPr>
              <a:t>PAIN POINT 02 · MONEY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022F0-E5AB-498F-84C7-DC3051E9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defPPr>
            <a:lvl1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1pPr>
            <a:lvl2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2pPr>
            <a:lvl3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3pPr>
            <a:lvl4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4pPr>
            <a:lvl5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5pPr>
            <a:lvl6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6pPr>
            <a:lvl7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7pPr>
            <a:lvl8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8pPr>
            <a:lvl9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pPr>
            <a:r>
              <a:rPr sz="2700" b="1">
                <a:solidFill>
                  <a:srgbClr val="FFFEF9"/>
                </a:solidFill>
                <a:latin typeface="Thonburi"/>
                <a:ea typeface="Thonburi"/>
                <a:cs typeface="Thonburi"/>
              </a:rPr>
              <a:t>เงินไม่ได้หาย แต่กระจายอยู่หลายที่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13B80-B6B0-4595-B032-501AC746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defPPr>
            <a:lvl1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lvl1pPr>
            <a:lvl2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lvl2pPr>
            <a:lvl3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lvl3pPr>
            <a:lvl4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lvl4pPr>
            <a:lvl5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lvl5pPr>
            <a:lvl6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lvl6pPr>
            <a:lvl7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lvl7pPr>
            <a:lvl8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lvl8pPr>
            <a:lvl9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A7BAAD"/>
                </a:solidFill>
                <a:latin typeface="Thonburi"/>
                <a:ea typeface="Thonburi"/>
                <a:cs typeface="Thonbur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D5429-F1D2-4D19-8D21-C73F486A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59868-9A0F-4819-8EF4-2FA575D5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D9F36A"/>
                </a:solidFill>
                <a:latin typeface="Thonburi"/>
                <a:ea typeface="Thonburi"/>
                <a:cs typeface="Thonburi"/>
              </a:rPr>
              <a:t>ค่าลูก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CFED5-A200-4C11-95F0-75C2FC0C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28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C8D2CC"/>
                </a:solidFill>
                <a:latin typeface="Thonburi"/>
                <a:ea typeface="Thonburi"/>
                <a:cs typeface="Thonburi"/>
              </a:rPr>
              <a:t>หาร 4 คนทุกเกม</a:t>
            </a:r>
          </a:p>
          <a:p xmlns:a="http://schemas.openxmlformats.org/drawingml/2006/main">
            <a: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C8D2CC"/>
                </a:solidFill>
                <a:latin typeface="Thonburi"/>
                <a:ea typeface="Thonburi"/>
                <a:cs typeface="Thonburi"/>
              </a:rPr>
              <a:t>จดผิดคนได้ง่าย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5A72D-A2FC-49DD-8777-6DB5A74F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097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D9F36A"/>
                </a:solidFill>
                <a:latin typeface="Thonburi"/>
                <a:ea typeface="Thonburi"/>
                <a:cs typeface="Thonburi"/>
              </a:rPr>
              <a:t>ค่าเข้า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531B8-B21F-4448-99EE-72229BC2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050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C8D2CC"/>
                </a:solidFill>
                <a:latin typeface="Thonburi"/>
                <a:ea typeface="Thonburi"/>
                <a:cs typeface="Thonburi"/>
              </a:rPr>
              <a:t>คนนอก 20 บาท</a:t>
            </a:r>
          </a:p>
          <a:p xmlns:a="http://schemas.openxmlformats.org/drawingml/2006/main">
            <a: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C8D2CC"/>
                </a:solidFill>
                <a:latin typeface="Thonburi"/>
                <a:ea typeface="Thonburi"/>
                <a:cs typeface="Thonburi"/>
              </a:rPr>
              <a:t>มาหลายวันแล้วหลุดยอด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F03EC-91EC-4AFB-890D-1594246B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D9F36A"/>
                </a:solidFill>
                <a:latin typeface="Thonburi"/>
                <a:ea typeface="Thonburi"/>
                <a:cs typeface="Thonburi"/>
              </a:rPr>
              <a:t>น้ำ / อุปกรณ์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8F056-15EA-48B1-8098-452BB592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050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C8D2CC"/>
                </a:solidFill>
                <a:latin typeface="Thonburi"/>
                <a:ea typeface="Thonburi"/>
                <a:cs typeface="Thonburi"/>
              </a:rPr>
              <a:t>ขายหน้าสนาม</a:t>
            </a:r>
          </a:p>
          <a:p xmlns:a="http://schemas.openxmlformats.org/drawingml/2006/main">
            <a: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C8D2CC"/>
                </a:solidFill>
                <a:latin typeface="Thonburi"/>
                <a:ea typeface="Thonburi"/>
                <a:cs typeface="Thonburi"/>
              </a:rPr>
              <a:t>แต่ไม่ได้ผูกกับรายคน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DACF9-2B02-4868-95C3-853F790E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097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D9F36A"/>
                </a:solidFill>
                <a:latin typeface="Thonburi"/>
                <a:ea typeface="Thonburi"/>
                <a:cs typeface="Thonburi"/>
              </a:rPr>
              <a:t>สลิป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305CED-393A-444C-A8EF-A38F8DB1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050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C8D2CC"/>
                </a:solidFill>
                <a:latin typeface="Thonburi"/>
                <a:ea typeface="Thonburi"/>
                <a:cs typeface="Thonburi"/>
              </a:rPr>
              <a:t>อยู่ใน Line เดิม</a:t>
            </a:r>
          </a:p>
          <a:p xmlns:a="http://schemas.openxmlformats.org/drawingml/2006/main">
            <a: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C8D2CC"/>
                </a:solidFill>
                <a:latin typeface="Thonburi"/>
                <a:ea typeface="Thonburi"/>
                <a:cs typeface="Thonburi"/>
              </a:rPr>
              <a:t>แต่ไม่มีบัญชีกลาง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65580-7E97-42E5-83A8-69FA7A25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E614E0-60CE-433D-AD00-9FCE4B10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defPPr>
            <a:lvl1pPr>
              <a:defRPr sz="127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1pPr>
            <a:lvl2pPr>
              <a:defRPr sz="127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2pPr>
            <a:lvl3pPr>
              <a:defRPr sz="127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3pPr>
            <a:lvl4pPr>
              <a:defRPr sz="127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4pPr>
            <a:lvl5pPr>
              <a:defRPr sz="127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5pPr>
            <a:lvl6pPr>
              <a:defRPr sz="127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6pPr>
            <a:lvl7pPr>
              <a:defRPr sz="127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7pPr>
            <a:lvl8pPr>
              <a:defRPr sz="127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8pPr>
            <a:lvl9pPr>
              <a:defRPr sz="127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7B5C"/>
                </a:solidFill>
                <a:latin typeface="Thonburi"/>
                <a:ea typeface="Thonburi"/>
                <a:cs typeface="Thonburi"/>
              </a:rPr>
              <a:t>ผลลัพธ์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9B5503-56C3-4199-BBB3-6A663CB8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defPPr>
            <a:lvl1pPr>
              <a:defRPr sz="217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1pPr>
            <a:lvl2pPr>
              <a:defRPr sz="217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2pPr>
            <a:lvl3pPr>
              <a:defRPr sz="217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3pPr>
            <a:lvl4pPr>
              <a:defRPr sz="217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4pPr>
            <a:lvl5pPr>
              <a:defRPr sz="217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5pPr>
            <a:lvl6pPr>
              <a:defRPr sz="217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6pPr>
            <a:lvl7pPr>
              <a:defRPr sz="217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7pPr>
            <a:lvl8pPr>
              <a:defRPr sz="217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8pPr>
            <a:lvl9pPr>
              <a:defRPr sz="217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pPr>
            <a:r>
              <a:rPr sz="2175" b="1">
                <a:solidFill>
                  <a:srgbClr val="FFFEF9"/>
                </a:solidFill>
                <a:latin typeface="Thonburi"/>
                <a:ea typeface="Thonburi"/>
                <a:cs typeface="Thonburi"/>
              </a:rPr>
              <a:t>ปล่อยค้างหลายวัน  •  คนเก็บเงินคัดยอดเอง  •  บัญชีไม่ตรงกัน  •  ตามเงินช้า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ABB9DD-FA92-498A-9072-7878806A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9B9B0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0">
                <a:solidFill>
                  <a:srgbClr val="A9B9B0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0">
                <a:solidFill>
                  <a:srgbClr val="A9B9B0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0">
                <a:solidFill>
                  <a:srgbClr val="A9B9B0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0">
                <a:solidFill>
                  <a:srgbClr val="A9B9B0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0">
                <a:solidFill>
                  <a:srgbClr val="A9B9B0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0">
                <a:solidFill>
                  <a:srgbClr val="A9B9B0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0">
                <a:solidFill>
                  <a:srgbClr val="A9B9B0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0">
                <a:solidFill>
                  <a:srgbClr val="A9B9B0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0">
                <a:solidFill>
                  <a:srgbClr val="A9B9B0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9B9B0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A9B9B0"/>
                </a:solidFill>
                <a:latin typeface="Thonburi"/>
                <a:ea typeface="Thonburi"/>
                <a:cs typeface="Thonburi"/>
              </a:rPr>
              <a:t>เมื่อไม่รู้ยอดต่อคน ก็ไม่มีจุดตัดว่าใครจ่ายแล้วและใครควรถูกระงับสิทธิ์วันถัดไป</a:t>
            </a:r>
          </a:p>
        </p:txBody>
      </p:sp>
    </p:spTree>
    <p:extLst>
      <p:ext uri="{BB962C8B-B14F-4D97-AF65-F5344CB8AC3E}">
        <p14:creationId xmlns:p14="http://schemas.microsoft.com/office/powerpoint/2010/main" val="5524307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E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3017B3-DA93-456C-9276-EB150B4C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defPPr>
            <a:lvl1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1pPr>
            <a:lvl2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2pPr>
            <a:lvl3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3pPr>
            <a:lvl4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4pPr>
            <a:lvl5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5pPr>
            <a:lvl6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6pPr>
            <a:lvl7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7pPr>
            <a:lvl8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8pPr>
            <a:lvl9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pPr>
            <a:r>
              <a:rPr sz="900" b="1">
                <a:solidFill>
                  <a:srgbClr val="1C523D"/>
                </a:solidFill>
                <a:latin typeface="Thonburi"/>
                <a:ea typeface="Thonburi"/>
                <a:cs typeface="Thonburi"/>
              </a:rPr>
              <a:t>BEFORE / AFTER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A3F00-FCE8-4F5C-83C9-5FE16B8F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270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ของเดิมทำไม่ได้ ระบบใหม่ทำให้เห็นและจัดการได้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49D36-8FAD-494C-942A-DFB8D6FC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ABDA4-182E-4C55-AAFC-62713177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AF211-5F73-45A7-A7A8-730E8AE3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FF7B5C"/>
                </a:solidFill>
                <a:latin typeface="Thonburi"/>
                <a:ea typeface="Thonburi"/>
                <a:cs typeface="Thonburi"/>
              </a:rPr>
              <a:t>×  วิธีเดิม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53A05-7882-4B86-9DF0-1CFBD319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954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✓  Uthai Smash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647A1-A96F-4BF0-A491-17CFD08D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CC0C3-056D-469C-A3F0-0588541E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เห็นเพียงรายชื่อบนกระดาน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EE562-D451-4128-BD00-EDA6C36E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622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เห็นคิว สนาม และคนว่างพร้อมกัน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B79D59-B868-4F8F-9339-C66BD11D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4A333-9515-42E9-A9F6-62C57A2E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ชื่อซ้ำเพราะไม่รู้ว่าอยู่คิวไหน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57FE90-4D5D-4A09-A1E2-50AD79A7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861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ระบบกันคนที่อยู่ในคิวออกจากรายชื่อว่าง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0CC76-B449-4351-BF15-2D95B26C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2BAF11-0E04-4314-8DD3-FEC23152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หารค่าลูกและคัดยอดเอง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A231E-CE17-4C90-83C9-0F08741E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100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หารค่าลูก 4 คนและบวกค่าระบบอัตโนมัติ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51FB4B-621F-4C1E-B0DC-FAEBACDF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DC6F18-9701-45F4-8AF8-3CCA7B1D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ค่าน้ำ อุปกรณ์ และค่าเข้าแยกกัน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BE3529-37DA-48DA-B0D8-4FDF6D33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339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รวมทุกยอดไว้ที่คนเดียวในวันเดียว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EF9428-85CE-49FA-A136-C241F221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848A2F-8874-4598-B745-784E7A5B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ตามสลิปจาก Line แล้วจำเอง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C698F4-C267-4B97-AB5B-E58FC7FF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578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แอดมินดู Line เดิม แล้วกดยืนยันรับชำระ</a:t>
            </a:r>
          </a:p>
        </p:txBody>
      </p:sp>
    </p:spTree>
    <p:extLst>
      <p:ext uri="{BB962C8B-B14F-4D97-AF65-F5344CB8AC3E}">
        <p14:creationId xmlns:p14="http://schemas.microsoft.com/office/powerpoint/2010/main" val="11348238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378EE-E1F3-441A-99E7-C5348107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defPPr>
            <a:lvl1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1pPr>
            <a:lvl2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2pPr>
            <a:lvl3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3pPr>
            <a:lvl4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4pPr>
            <a:lvl5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5pPr>
            <a:lvl6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6pPr>
            <a:lvl7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7pPr>
            <a:lvl8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8pPr>
            <a:lvl9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pPr>
            <a:r>
              <a:rPr sz="900" b="1">
                <a:solidFill>
                  <a:srgbClr val="1C523D"/>
                </a:solidFill>
                <a:latin typeface="Thonburi"/>
                <a:ea typeface="Thonburi"/>
                <a:cs typeface="Thonburi"/>
              </a:rPr>
              <a:t>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945B8-C9D4-428A-B362-1337D120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270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หนึ่งระบบ ครบสามหน้าจอ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A4AE8-865B-47F7-9C7D-A407F1E0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96D85-793A-41B8-9FF7-42229A32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C80BA-5601-4824-B99E-76BF3517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defPPr>
            <a:lvl1pPr>
              <a:defRPr sz="975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1pPr>
            <a:lvl2pPr>
              <a:defRPr sz="975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2pPr>
            <a:lvl3pPr>
              <a:defRPr sz="975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3pPr>
            <a:lvl4pPr>
              <a:defRPr sz="975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4pPr>
            <a:lvl5pPr>
              <a:defRPr sz="975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5pPr>
            <a:lvl6pPr>
              <a:defRPr sz="975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6pPr>
            <a:lvl7pPr>
              <a:defRPr sz="975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7pPr>
            <a:lvl8pPr>
              <a:defRPr sz="975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8pPr>
            <a:lvl9pPr>
              <a:defRPr sz="975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1C523D"/>
                </a:solidFill>
                <a:latin typeface="Thonburi"/>
                <a:ea typeface="Thonburi"/>
                <a:cs typeface="Thonburi"/>
              </a:rPr>
              <a:t>TV 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D8FC0-5102-490D-81A5-205BEE7C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095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8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8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8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8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8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8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8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8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8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เห็นคิว 1–10</a:t>
            </a:r>
          </a:p>
          <a:p xmlns:a="http://schemas.openxmlformats.org/drawingml/2006/main">
            <a:pPr>
              <a:defRPr sz="18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สนามที่กำลังเล่น</a:t>
            </a:r>
          </a:p>
          <a:p xmlns:a="http://schemas.openxmlformats.org/drawingml/2006/main">
            <a:pPr>
              <a:defRPr sz="18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และคนว่าง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9C7A4-4768-4E68-8449-61AA7B7C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20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จอทีวีอ่านอย่างเดียว</a:t>
            </a:r>
          </a:p>
          <a:p xmlns:a="http://schemas.openxmlformats.org/drawingml/2006/main">
            <a: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20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ไม่มีใครกดพลาด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365F8-CDD4-481A-90A5-9A34463AD5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eeef4caaa4eca"/>
          <a:srcRect xmlns:a="http://schemas.openxmlformats.org/drawingml/2006/main" l="11302" t="0" r="11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0" y="1676400"/>
            <a:ext cx="4000500" cy="409575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881D1-90C7-4FAF-B6F4-FD0F02F619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2fae43a834547"/>
          <a:srcRect xmlns:a="http://schemas.openxmlformats.org/drawingml/2006/main" l="11270" t="0" r="11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3300" y="1676400"/>
            <a:ext cx="4000500" cy="409575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87611-488B-4809-83AE-776E9AE3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924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เว็บผู้เล่น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72B48-7334-4A2F-95A7-E006E5BF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924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เว็บผู้ดูแล</a:t>
            </a:r>
          </a:p>
        </p:txBody>
      </p:sp>
    </p:spTree>
    <p:extLst>
      <p:ext uri="{BB962C8B-B14F-4D97-AF65-F5344CB8AC3E}">
        <p14:creationId xmlns:p14="http://schemas.microsoft.com/office/powerpoint/2010/main" val="19259325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E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EC2994-3E21-4C2E-8BCD-C73DB214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defPPr>
            <a:lvl1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1pPr>
            <a:lvl2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2pPr>
            <a:lvl3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3pPr>
            <a:lvl4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4pPr>
            <a:lvl5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5pPr>
            <a:lvl6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6pPr>
            <a:lvl7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7pPr>
            <a:lvl8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8pPr>
            <a:lvl9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pPr>
            <a:r>
              <a:rPr sz="900" b="1">
                <a:solidFill>
                  <a:srgbClr val="1C523D"/>
                </a:solidFill>
                <a:latin typeface="Thonburi"/>
                <a:ea typeface="Thonburi"/>
                <a:cs typeface="Thonburi"/>
              </a:rPr>
              <a:t>QUEUE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FCB7F-102F-4E11-A00E-F0FA2487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270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Flow คิวที่ทุกคนช่วยกันบริหารได้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D3E47-E75B-49DA-99C0-791F02F2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9CED8-C45F-4E41-AE1A-76D01D69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7F7F9-2164-40E9-B66C-F401099A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DFD3E-ABC7-4467-95F6-0172AC03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68292-6C1C-4BD1-8D47-6F9396FD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เลือกชื่อ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7608E-DCEA-42DF-AC66-0416DC15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125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เลือกจาก Master สมาชิก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41574-08BC-4DE5-92B5-629F35C0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812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FA68B7-D477-4DB3-B7DB-CA5FCAD5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956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83303B-BD1B-41B6-9D71-B7AEB0B0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051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เช็คอิน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832D7-425D-40FA-84CE-467869B6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0045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125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เช็คอินตัวเองหรือเพื่อน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D1287-B02C-4095-AE5F-9DC9FD7A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D27554-4D51-4354-BCC6-C2AF9043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956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08E6A4-0914-42EC-9BB5-F443AF49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รวม 4 คน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BBF05A-9FF0-4051-B939-D5030A23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0045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125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เลือกเฉพาะคนว่าง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358EF2-83FA-449A-B4DC-3B03D8B2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68658B-1491-435D-84A2-E42A677A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473AA4-CD09-4C78-B46F-ADAD3AF6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51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ลงคิว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77D14A-BFDC-46F0-87FD-A26F002F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0045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125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เห็นลำดับบน TV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9F3925-0834-49CC-BC9D-EB9C0689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4B914E-93B2-488B-B396-01EB7DD4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E546CC-D297-4A61-9BEF-B8846155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051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ลงสนาม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0F8E9D-CE45-41DA-B05F-48250567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045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125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เลือกสนาม 1–4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2F8C6D-6378-4BD4-9431-52A72D7C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3812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8095D6-3BFE-4D07-B54A-25D5219F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8956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422F50-0CF2-4F24-A95E-53DA815E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051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จบเกม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D229A8-457B-4066-AFA0-A00E5274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0045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125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คืนสนามให้คิวถัดไป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498BD0-8E7E-4613-892C-B22FD40A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875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หลักสำคัญ: คนทำรายการไม่จำเป็นต้องเป็นคนในคิว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F1BD8B-F4AC-4777-9111-CC1F2B05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เพื่อน ผู้เล่น หรือแอดมินช่วยเช็คอิน จับทีม จัดสนาม และจบเกมแทนกันได้</a:t>
            </a:r>
          </a:p>
        </p:txBody>
      </p:sp>
    </p:spTree>
    <p:extLst>
      <p:ext uri="{BB962C8B-B14F-4D97-AF65-F5344CB8AC3E}">
        <p14:creationId xmlns:p14="http://schemas.microsoft.com/office/powerpoint/2010/main" val="13930270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19F16-CEED-417F-B681-CBC7835D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defPPr>
            <a:lvl1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1pPr>
            <a:lvl2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2pPr>
            <a:lvl3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3pPr>
            <a:lvl4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4pPr>
            <a:lvl5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5pPr>
            <a:lvl6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6pPr>
            <a:lvl7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7pPr>
            <a:lvl8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8pPr>
            <a:lvl9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pPr>
            <a:r>
              <a:rPr sz="900" b="1">
                <a:solidFill>
                  <a:srgbClr val="1C523D"/>
                </a:solidFill>
                <a:latin typeface="Thonburi"/>
                <a:ea typeface="Thonburi"/>
                <a:cs typeface="Thonburi"/>
              </a:rPr>
              <a:t>PAYMENT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81D85-F03C-4CC5-B16E-3B9794BA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270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Flow เงิน: ทุกค่าใช้จ่ายจบที่ยอดเดียวต่อคน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3BDDA-6DC1-496A-9C0C-CF56393D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4011E-B722-4488-BBDB-8272F2A7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E9B29-5770-42BC-AAD8-75BD0C06CA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6504827ee44d52"/>
          <a:stretch xmlns:a="http://schemas.openxmlformats.org/drawingml/2006/main"/>
        </p:blipFill>
        <p:spPr>
          <a:xfrm xmlns:a="http://schemas.openxmlformats.org/drawingml/2006/main">
            <a:off x="609600" y="1853368"/>
            <a:ext cx="4095750" cy="3875164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1876D-8CC7-4C2F-B402-ACC10B3A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65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ค่าเข้า 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D91AE-1CE7-4970-8947-60778943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00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65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ค่าลูก ÷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7030B-5258-4377-92B6-C893618A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52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65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ค่าระบบ 5 / เกม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7B0C6-86A5-42EC-8149-47B46DAD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052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65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น้ำ / อุปกรณ์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C112C-BF1A-4CA6-A6E8-AA12E72C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495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defPPr>
            <a:lvl1pPr>
              <a:defRPr sz="40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1pPr>
            <a:lvl2pPr>
              <a:defRPr sz="40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2pPr>
            <a:lvl3pPr>
              <a:defRPr sz="40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3pPr>
            <a:lvl4pPr>
              <a:defRPr sz="40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4pPr>
            <a:lvl5pPr>
              <a:defRPr sz="40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5pPr>
            <a:lvl6pPr>
              <a:defRPr sz="40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6pPr>
            <a:lvl7pPr>
              <a:defRPr sz="40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7pPr>
            <a:lvl8pPr>
              <a:defRPr sz="40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8pPr>
            <a:lvl9pPr>
              <a:defRPr sz="40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pPr>
            <a:r>
              <a:rPr sz="4050" b="1">
                <a:solidFill>
                  <a:srgbClr val="D9F36A"/>
                </a:solidFill>
                <a:latin typeface="Thonburi"/>
                <a:ea typeface="Thonburi"/>
                <a:cs typeface="Thonburi"/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DDBAE-7B1F-4FAF-8A8C-FAE9FADD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47850"/>
            <a:ext cx="3181350" cy="25527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123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289EA3-5040-4D6F-9486-8E52CC6C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526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defPPr>
            <a:lvl1pPr>
              <a:defRPr sz="15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1pPr>
            <a:lvl2pPr>
              <a:defRPr sz="15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2pPr>
            <a:lvl3pPr>
              <a:defRPr sz="15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3pPr>
            <a:lvl4pPr>
              <a:defRPr sz="15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4pPr>
            <a:lvl5pPr>
              <a:defRPr sz="15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5pPr>
            <a:lvl6pPr>
              <a:defRPr sz="15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6pPr>
            <a:lvl7pPr>
              <a:defRPr sz="15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7pPr>
            <a:lvl8pPr>
              <a:defRPr sz="15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8pPr>
            <a:lvl9pPr>
              <a:defRPr sz="15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pPr>
            <a:r>
              <a:rPr sz="1500" b="1">
                <a:solidFill>
                  <a:srgbClr val="D9F36A"/>
                </a:solidFill>
                <a:latin typeface="Thonburi"/>
                <a:ea typeface="Thonburi"/>
                <a:cs typeface="Thonburi"/>
              </a:rPr>
              <a:t>ยอดของฉัน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1DC336-46E6-443A-9157-2F0FD0AE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FFFEF9"/>
                </a:solidFill>
                <a:latin typeface="Thonburi"/>
                <a:ea typeface="Thonburi"/>
                <a:cs typeface="Thonburi"/>
              </a:rPr>
              <a:t>รวมยอดวันนี้</a:t>
            </a:r>
          </a:p>
          <a:p xmlns:a="http://schemas.openxmlformats.org/drawingml/2006/main">
            <a:pPr>
              <a:defRPr sz="21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FFFEF9"/>
                </a:solidFill>
                <a:latin typeface="Thonburi"/>
                <a:ea typeface="Thonburi"/>
                <a:cs typeface="Thonburi"/>
              </a:rPr>
              <a:t>+ ยอดค้างเดิม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22B223-D67C-416E-B1FB-B94E8E4B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957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defPPr>
            <a:lvl1pPr>
              <a:defRPr sz="1125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1pPr>
            <a:lvl2pPr>
              <a:defRPr sz="1125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2pPr>
            <a:lvl3pPr>
              <a:defRPr sz="1125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3pPr>
            <a:lvl4pPr>
              <a:defRPr sz="1125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4pPr>
            <a:lvl5pPr>
              <a:defRPr sz="1125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5pPr>
            <a:lvl6pPr>
              <a:defRPr sz="1125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6pPr>
            <a:lvl7pPr>
              <a:defRPr sz="1125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7pPr>
            <a:lvl8pPr>
              <a:defRPr sz="1125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8pPr>
            <a:lvl9pPr>
              <a:defRPr sz="1125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pPr>
            <a:r>
              <a:rPr sz="1125" b="0">
                <a:solidFill>
                  <a:srgbClr val="C8D2CC"/>
                </a:solidFill>
                <a:latin typeface="Thonburi"/>
                <a:ea typeface="Thonburi"/>
                <a:cs typeface="Thonburi"/>
              </a:rPr>
              <a:t>แนบหลักฐาน หรือส่ง Line เดิม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0D2F6-B2CF-4759-8DB4-2E6141B7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5300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7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7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7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7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7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7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7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7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7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725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แอดมินตรวจสลิป → ยืนยันรับเงิน → เปิดสิทธิ์วันถัดไป</a:t>
            </a:r>
          </a:p>
        </p:txBody>
      </p:sp>
    </p:spTree>
    <p:extLst>
      <p:ext uri="{BB962C8B-B14F-4D97-AF65-F5344CB8AC3E}">
        <p14:creationId xmlns:p14="http://schemas.microsoft.com/office/powerpoint/2010/main" val="11256900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E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6CAC3D-D117-4F78-B44B-787D08F0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defPPr>
            <a:lvl1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1pPr>
            <a:lvl2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2pPr>
            <a:lvl3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3pPr>
            <a:lvl4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4pPr>
            <a:lvl5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5pPr>
            <a:lvl6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6pPr>
            <a:lvl7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7pPr>
            <a:lvl8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8pPr>
            <a:lvl9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pPr>
            <a:r>
              <a:rPr sz="900" b="1">
                <a:solidFill>
                  <a:srgbClr val="1C523D"/>
                </a:solidFill>
                <a:latin typeface="Thonburi"/>
                <a:ea typeface="Thonburi"/>
                <a:cs typeface="Thonburi"/>
              </a:rPr>
              <a:t>ADOPTION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CB832-82D2-4254-8ABB-267CDF8C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270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เปลี่ยนระบบหลังบ้าน โดยไม่เปลี่ยนคนเล่น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00485-AE27-4B68-BC14-FC324008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93FAE-6DAE-47BE-BBA5-6A7FC22A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F5A62-6ED8-4C02-A1D0-6E5CC9E2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20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20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20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20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20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20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20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20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20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2025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ผู้เล่นรุ่นเก่าไม่ต้องทำทุกอย่างเอง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C66FF-B862-4B7F-A20F-078E6B6B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725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26953-8BAA-4F50-B8F0-60403A5D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คนอื่นทำแทนได้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E7F18-2AC7-4F3E-B370-2E336AA2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05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เพื่อนหรือแอดมินเลือกชื่อ เช็คอิน และลงคิวให้ได้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9D05F-6E61-4816-9ABA-B6BFC640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725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6E746-3BCA-4CB2-AE32-1A24D99C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สลิปยังอยู่ใน Line เดิม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C759EE-1EF3-4D9A-B401-59C8F67A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05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ไม่บังคับย้ายช่องทางส่งเงินที่ทุกคนคุ้นเคย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19E8A-F4B8-4122-9B43-C16834A3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725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849C0-F4E6-4382-94C9-AB4502B7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แอดมินเป็นคนยืนยัน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B30BF3-D8B3-4C51-BB30-2938959F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05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เปิด Line ตรวจสลิป แล้วกดรับชำระในระบบ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354EA7-3890-4A57-965D-6F506EB1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725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37C825-839C-43B6-B580-62D9763F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จอ TV แค่ให้ดู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AD9601-66A9-408D-AAFF-17225959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05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ผู้เล่นไม่ต้องเรียนรู้ปุ่มใหม่เพื่อดูคิว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3FA1E0-2A93-4EA2-A028-AAF3EEB1BD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ab136ead94ccc"/>
          <a:srcRect xmlns:a="http://schemas.openxmlformats.org/drawingml/2006/main" l="0" t="266" r="0" b="2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24550" y="1695450"/>
            <a:ext cx="5391150" cy="4210050"/>
          </a:xfrm>
          <a:prstGeom xmlns:a="http://schemas.openxmlformats.org/drawingml/2006/main" prst="roundRect">
            <a:avLst>
              <a:gd name="adj" fmla="val 2715"/>
            </a:avLst>
          </a:prstGeom>
        </p:spPr>
      </p:pic>
    </p:spTree>
    <p:extLst>
      <p:ext uri="{BB962C8B-B14F-4D97-AF65-F5344CB8AC3E}">
        <p14:creationId xmlns:p14="http://schemas.microsoft.com/office/powerpoint/2010/main" val="14166416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3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43560-EB83-41A4-8B3C-476EEC84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defPPr>
            <a:lvl1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1pPr>
            <a:lvl2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2pPr>
            <a:lvl3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3pPr>
            <a:lvl4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4pPr>
            <a:lvl5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5pPr>
            <a:lvl6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6pPr>
            <a:lvl7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7pPr>
            <a:lvl8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8pPr>
            <a:lvl9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pPr>
            <a:r>
              <a:rPr sz="900" b="1">
                <a:solidFill>
                  <a:srgbClr val="D9F36A"/>
                </a:solidFill>
                <a:latin typeface="Thonburi"/>
                <a:ea typeface="Thonburi"/>
                <a:cs typeface="Thonburi"/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7637A-C9E0-4D29-A743-C1593C38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defPPr>
            <a:lvl1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1pPr>
            <a:lvl2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2pPr>
            <a:lvl3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3pPr>
            <a:lvl4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4pPr>
            <a:lvl5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5pPr>
            <a:lvl6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6pPr>
            <a:lvl7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7pPr>
            <a:lvl8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8pPr>
            <a:lvl9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pPr>
            <a:r>
              <a:rPr sz="2700" b="1">
                <a:solidFill>
                  <a:srgbClr val="FFFEF9"/>
                </a:solidFill>
                <a:latin typeface="Thonburi"/>
                <a:ea typeface="Thonburi"/>
                <a:cs typeface="Thonburi"/>
              </a:rPr>
              <a:t>โมเดลรายได้ที่โตตามการใช้งานจริง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BF193-E663-4789-BE03-BE2C71C7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defPPr>
            <a:lvl1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lvl1pPr>
            <a:lvl2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lvl2pPr>
            <a:lvl3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lvl3pPr>
            <a:lvl4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lvl4pPr>
            <a:lvl5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lvl5pPr>
            <a:lvl6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lvl6pPr>
            <a:lvl7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lvl7pPr>
            <a:lvl8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lvl8pPr>
            <a:lvl9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A7BAAD"/>
                </a:solidFill>
                <a:latin typeface="Thonburi"/>
                <a:ea typeface="Thonburi"/>
                <a:cs typeface="Thonbur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2466E-74AD-4D53-A54B-8FC5D19D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6AFD7-B8AD-475E-9669-91532F56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defPPr>
            <a:lvl1pPr>
              <a:defRPr sz="54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1pPr>
            <a:lvl2pPr>
              <a:defRPr sz="54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2pPr>
            <a:lvl3pPr>
              <a:defRPr sz="54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3pPr>
            <a:lvl4pPr>
              <a:defRPr sz="54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4pPr>
            <a:lvl5pPr>
              <a:defRPr sz="54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5pPr>
            <a:lvl6pPr>
              <a:defRPr sz="54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6pPr>
            <a:lvl7pPr>
              <a:defRPr sz="54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7pPr>
            <a:lvl8pPr>
              <a:defRPr sz="54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8pPr>
            <a:lvl9pPr>
              <a:defRPr sz="54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pPr>
            <a:r>
              <a:rPr sz="5400" b="1">
                <a:solidFill>
                  <a:srgbClr val="D9F36A"/>
                </a:solidFill>
                <a:latin typeface="Thonburi"/>
                <a:ea typeface="Thonburi"/>
                <a:cs typeface="Thonburi"/>
              </a:rPr>
              <a:t>5 บาท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3C717-DB0A-4A33-A99C-98E6EB5C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defPPr>
            <a:lvl1pPr>
              <a:defRPr sz="18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1pPr>
            <a:lvl2pPr>
              <a:defRPr sz="18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2pPr>
            <a:lvl3pPr>
              <a:defRPr sz="18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3pPr>
            <a:lvl4pPr>
              <a:defRPr sz="18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4pPr>
            <a:lvl5pPr>
              <a:defRPr sz="18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5pPr>
            <a:lvl6pPr>
              <a:defRPr sz="18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6pPr>
            <a:lvl7pPr>
              <a:defRPr sz="18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7pPr>
            <a:lvl8pPr>
              <a:defRPr sz="18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8pPr>
            <a:lvl9pPr>
              <a:defRPr sz="18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FFFEF9"/>
                </a:solidFill>
                <a:latin typeface="Thonburi"/>
                <a:ea typeface="Thonburi"/>
                <a:cs typeface="Thonburi"/>
              </a:rPr>
              <a:t>ต่อเกมที่บันทึกในระบบ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280FB-618E-419B-B98E-3D20496C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defPPr>
            <a:lvl1pPr>
              <a:defRPr sz="1875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1pPr>
            <a:lvl2pPr>
              <a:defRPr sz="1875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2pPr>
            <a:lvl3pPr>
              <a:defRPr sz="1875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3pPr>
            <a:lvl4pPr>
              <a:defRPr sz="1875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4pPr>
            <a:lvl5pPr>
              <a:defRPr sz="1875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5pPr>
            <a:lvl6pPr>
              <a:defRPr sz="1875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6pPr>
            <a:lvl7pPr>
              <a:defRPr sz="1875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7pPr>
            <a:lvl8pPr>
              <a:defRPr sz="1875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8pPr>
            <a:lvl9pPr>
              <a:defRPr sz="1875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pPr>
            <a:r>
              <a:rPr sz="1875" b="0">
                <a:solidFill>
                  <a:srgbClr val="C8D2CC"/>
                </a:solidFill>
                <a:latin typeface="Thonburi"/>
                <a:ea typeface="Thonburi"/>
                <a:cs typeface="Thonburi"/>
              </a:rPr>
              <a:t>รายได้ระบบ = 5 บาท × จำนวนเกม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A9BCF-C11D-4E22-8565-DFBB31F6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190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C04C79-3DB2-4CF7-AB0C-A33A4889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097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defPPr>
            <a:lvl1pPr>
              <a:defRPr sz="20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1pPr>
            <a:lvl2pPr>
              <a:defRPr sz="20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2pPr>
            <a:lvl3pPr>
              <a:defRPr sz="20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3pPr>
            <a:lvl4pPr>
              <a:defRPr sz="20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4pPr>
            <a:lvl5pPr>
              <a:defRPr sz="20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5pPr>
            <a:lvl6pPr>
              <a:defRPr sz="20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6pPr>
            <a:lvl7pPr>
              <a:defRPr sz="20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7pPr>
            <a:lvl8pPr>
              <a:defRPr sz="20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8pPr>
            <a:lvl9pPr>
              <a:defRPr sz="20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pPr>
            <a:r>
              <a:rPr sz="2025" b="1">
                <a:solidFill>
                  <a:srgbClr val="FFFEF9"/>
                </a:solidFill>
                <a:latin typeface="Thonburi"/>
                <a:ea typeface="Thonburi"/>
                <a:cs typeface="Thonburi"/>
              </a:rPr>
              <a:t>สิ่งที่ชมรมได้กลับมา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32F40-18F4-4782-B1EF-DA5FD11F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717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defPPr>
            <a:lvl1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1pPr>
            <a:lvl2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2pPr>
            <a:lvl3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3pPr>
            <a:lvl4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4pPr>
            <a:lvl5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5pPr>
            <a:lvl6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6pPr>
            <a:lvl7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7pPr>
            <a:lvl8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8pPr>
            <a:lvl9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pPr>
            <a:r>
              <a:rPr sz="1500" b="0">
                <a:solidFill>
                  <a:srgbClr val="FFFEF9"/>
                </a:solidFill>
                <a:latin typeface="Thonburi"/>
                <a:ea typeface="Thonburi"/>
                <a:cs typeface="Thonburi"/>
              </a:rPr>
              <a:t>คิวโปร่งใส ลดการเถียงลำดับ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2E15C-788F-48AA-8C81-795529CF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432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defPPr>
            <a:lvl1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1pPr>
            <a:lvl2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2pPr>
            <a:lvl3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3pPr>
            <a:lvl4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4pPr>
            <a:lvl5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5pPr>
            <a:lvl6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6pPr>
            <a:lvl7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7pPr>
            <a:lvl8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8pPr>
            <a:lvl9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pPr>
            <a:r>
              <a:rPr sz="1500" b="0">
                <a:solidFill>
                  <a:srgbClr val="FFFEF9"/>
                </a:solidFill>
                <a:latin typeface="Thonburi"/>
                <a:ea typeface="Thonburi"/>
                <a:cs typeface="Thonburi"/>
              </a:rPr>
              <a:t>ปิดยอดรายวัน ไม่ปล่อยหนี้ลอย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DE049-9C1F-433D-B440-A7A6EE2D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147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defPPr>
            <a:lvl1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1pPr>
            <a:lvl2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2pPr>
            <a:lvl3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3pPr>
            <a:lvl4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4pPr>
            <a:lvl5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5pPr>
            <a:lvl6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6pPr>
            <a:lvl7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7pPr>
            <a:lvl8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8pPr>
            <a:lvl9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pPr>
            <a:r>
              <a:rPr sz="1500" b="0">
                <a:solidFill>
                  <a:srgbClr val="FFFEF9"/>
                </a:solidFill>
                <a:latin typeface="Thonburi"/>
                <a:ea typeface="Thonburi"/>
                <a:cs typeface="Thonburi"/>
              </a:rPr>
              <a:t>เห็นรายได้ค่าลูก ค่าเข้า และยอดขาย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11F20F-EB16-40B1-BE28-68C27FEB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862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defPPr>
            <a:lvl1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1pPr>
            <a:lvl2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2pPr>
            <a:lvl3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3pPr>
            <a:lvl4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4pPr>
            <a:lvl5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5pPr>
            <a:lvl6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6pPr>
            <a:lvl7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7pPr>
            <a:lvl8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8pPr>
            <a:lvl9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pPr>
            <a:r>
              <a:rPr sz="1500" b="0">
                <a:solidFill>
                  <a:srgbClr val="FFFEF9"/>
                </a:solidFill>
                <a:latin typeface="Thonburi"/>
                <a:ea typeface="Thonburi"/>
                <a:cs typeface="Thonburi"/>
              </a:rPr>
              <a:t>Master สมาชิก สนาม ระดับมือ และสินค้า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C96A5C-1FE8-450B-8963-DBC692E3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D9F36A"/>
                </a:solidFill>
                <a:latin typeface="Thonburi"/>
                <a:ea typeface="Thonburi"/>
                <a:cs typeface="Thonburi"/>
              </a:rPr>
              <a:t>ไม่มีค่าเหมาจากตัวเลขที่ยังไม่รู้ — จ่ายตามเกมที่เกิดขึ้นจริง</a:t>
            </a:r>
          </a:p>
        </p:txBody>
      </p:sp>
    </p:spTree>
    <p:extLst>
      <p:ext uri="{BB962C8B-B14F-4D97-AF65-F5344CB8AC3E}">
        <p14:creationId xmlns:p14="http://schemas.microsoft.com/office/powerpoint/2010/main" val="2413862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E8CE01-5289-4B80-A35C-D3D0EC0F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defPPr>
            <a:lvl1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1pPr>
            <a:lvl2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2pPr>
            <a:lvl3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3pPr>
            <a:lvl4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4pPr>
            <a:lvl5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5pPr>
            <a:lvl6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6pPr>
            <a:lvl7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7pPr>
            <a:lvl8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8pPr>
            <a:lvl9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pPr>
            <a:r>
              <a:rPr sz="900" b="1">
                <a:solidFill>
                  <a:srgbClr val="1C523D"/>
                </a:solidFill>
                <a:latin typeface="Thonburi"/>
                <a:ea typeface="Thonburi"/>
                <a:cs typeface="Thonburi"/>
              </a:rPr>
              <a:t>PILOT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D2635-02AD-4BD5-A148-C8F77805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270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เริ่มทดลองกับงานจริงหนึ่งคืน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0A621-382E-4C12-8349-5038C5C0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4CA39-57DD-49FF-BD93-E8ADF2BB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BA10A-E555-4E10-A9F5-5E6BC21E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225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8F8EA-B7FC-4281-838D-082700D9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65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ตั้ง Master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12298-72C1-4AA6-BE02-754D5AF3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171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20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สมาชิก สนาม ระดับมือ น้ำและอุปกรณ์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4AF32-162B-44F0-8C78-B7F0B656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955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defPPr>
            <a:lvl1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1pPr>
            <a:lvl2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2pPr>
            <a:lvl3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3pPr>
            <a:lvl4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4pPr>
            <a:lvl5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5pPr>
            <a:lvl6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6pPr>
            <a:lvl7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7pPr>
            <a:lvl8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8pPr>
            <a:lvl9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D9F36A"/>
                </a:solidFill>
                <a:latin typeface="Thonburi"/>
                <a:ea typeface="Thonburi"/>
                <a:cs typeface="Thonbur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52708-147B-4BE5-8FCE-3A630A6B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47850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225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99996-E2A3-4C19-8ADD-A0A4415C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65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เปิด TV 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6819F-9DBF-47A7-93CF-A953FCDC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2750"/>
            <a:ext cx="2171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20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ใช้ลิงก์ผู้เล่นและหน้า Admin พร้อมกัน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CC416-8ADC-4A97-A346-09980022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955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defPPr>
            <a:lvl1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1pPr>
            <a:lvl2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2pPr>
            <a:lvl3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3pPr>
            <a:lvl4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4pPr>
            <a:lvl5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5pPr>
            <a:lvl6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6pPr>
            <a:lvl7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7pPr>
            <a:lvl8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8pPr>
            <a:lvl9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D9F36A"/>
                </a:solidFill>
                <a:latin typeface="Thonburi"/>
                <a:ea typeface="Thonburi"/>
                <a:cs typeface="Thonbur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38F7E-57DC-4A5C-9699-C093D955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47850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225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7F5F73-16A1-4D59-A168-743B3963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765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65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เดินคู่ของเดิม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16C8C-261F-40EB-8DFD-4EB346EB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52750"/>
            <a:ext cx="2171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20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ยังใช้ Line และให้คนเดิมช่วยทำรายการ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E078EF-733E-4EEF-9DAC-C2E05535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955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defPPr>
            <a:lvl1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1pPr>
            <a:lvl2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2pPr>
            <a:lvl3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3pPr>
            <a:lvl4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4pPr>
            <a:lvl5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5pPr>
            <a:lvl6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6pPr>
            <a:lvl7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7pPr>
            <a:lvl8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8pPr>
            <a:lvl9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D9F36A"/>
                </a:solidFill>
                <a:latin typeface="Thonburi"/>
                <a:ea typeface="Thonburi"/>
                <a:cs typeface="Thonbur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5CEA45-4C24-4094-88F4-805699FB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47850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225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E7657D-97F4-4073-A76D-46B58ACF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765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65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ปิดยอด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ED995D-5F9C-4848-A0F1-E0F84178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52750"/>
            <a:ext cx="2171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20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เทียบคิว ยอดเงิน และรายการค้างปลายคืน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006555-7370-4967-8CCD-06A6CDC6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23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351AB3-14EA-478D-A44E-6621D3C7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defPPr>
            <a:lvl1pPr>
              <a:defRPr sz="1425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1pPr>
            <a:lvl2pPr>
              <a:defRPr sz="1425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2pPr>
            <a:lvl3pPr>
              <a:defRPr sz="1425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3pPr>
            <a:lvl4pPr>
              <a:defRPr sz="1425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4pPr>
            <a:lvl5pPr>
              <a:defRPr sz="1425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5pPr>
            <a:lvl6pPr>
              <a:defRPr sz="1425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6pPr>
            <a:lvl7pPr>
              <a:defRPr sz="1425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7pPr>
            <a:lvl8pPr>
              <a:defRPr sz="1425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8pPr>
            <a:lvl9pPr>
              <a:defRPr sz="1425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D9F36A"/>
                </a:solidFill>
                <a:latin typeface="Thonburi"/>
                <a:ea typeface="Thonburi"/>
                <a:cs typeface="Thonburi"/>
              </a:rPr>
              <a:t>เป้าหมายของ Pilot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61816C-3D95-45C0-A1E1-5650CB0E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defPPr>
            <a:lvl1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1pPr>
            <a:lvl2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2pPr>
            <a:lvl3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3pPr>
            <a:lvl4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4pPr>
            <a:lvl5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5pPr>
            <a:lvl6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6pPr>
            <a:lvl7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7pPr>
            <a:lvl8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8pPr>
            <a:lvl9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pPr>
            <a:r>
              <a:rPr sz="1725" b="1">
                <a:solidFill>
                  <a:srgbClr val="FFFEF9"/>
                </a:solidFill>
                <a:latin typeface="Thonburi"/>
                <a:ea typeface="Thonburi"/>
                <a:cs typeface="Thonburi"/>
              </a:rPr>
              <a:t>พิสูจน์ว่าเห็นคนว่างจริง  •  คิวไม่ซ้ำ  •  ยอดรายคนรวมครบ  •  ปิดเงินได้ภายในคืนเดียว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C209B7-4AAE-4113-BCEF-10229091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38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97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97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97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97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97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97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97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97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97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สถานะปัจจุบัน: clickable prototype — ขั้นต่อไปคือฐานข้อมูล การยืนยันตัวตน และพื้นที่เก็บสลิปจริง</a:t>
            </a:r>
          </a:p>
        </p:txBody>
      </p:sp>
    </p:spTree>
    <p:extLst>
      <p:ext uri="{BB962C8B-B14F-4D97-AF65-F5344CB8AC3E}">
        <p14:creationId xmlns:p14="http://schemas.microsoft.com/office/powerpoint/2010/main" val="1708486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2026-10-20T07:45:13.7400000Z</dcterms:created>
  <dcterms:modified xsi:type="dcterms:W3CDTF">2026-10-20T07:45:13.7400000Z</dcterms:modified>
</coreProperties>
</file>