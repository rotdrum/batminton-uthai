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3ed36101594416" /><Relationship Type="http://schemas.openxmlformats.org/officeDocument/2006/relationships/extended-properties" Target="/docProps/app.xml" Id="R8d5e58a1ce2b46aa" /><Relationship Type="http://schemas.openxmlformats.org/officeDocument/2006/relationships/officeDocument" Target="/ppt/presentation.xml" Id="Re33b06d916b848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4baab36e294abb"/>
  </p:sldMasterIdLst>
  <p:notesMasterIdLst>
    <p:notesMasterId xmlns:r="http://schemas.openxmlformats.org/officeDocument/2006/relationships" r:id="Rf6520107be5c49b8"/>
  </p:notesMasterIdLst>
  <p:sldIdLst>
    <p:sldId xmlns:r="http://schemas.openxmlformats.org/officeDocument/2006/relationships" id="256" r:id="R4fe3601ab086419b"/>
    <p:sldId xmlns:r="http://schemas.openxmlformats.org/officeDocument/2006/relationships" id="257" r:id="R62c39d3aa5ae497d"/>
    <p:sldId xmlns:r="http://schemas.openxmlformats.org/officeDocument/2006/relationships" id="258" r:id="R634790d1f86d4537"/>
    <p:sldId xmlns:r="http://schemas.openxmlformats.org/officeDocument/2006/relationships" id="259" r:id="Rf28d83c78a47422e"/>
    <p:sldId xmlns:r="http://schemas.openxmlformats.org/officeDocument/2006/relationships" id="260" r:id="Re48c43b9f7324cab"/>
    <p:sldId xmlns:r="http://schemas.openxmlformats.org/officeDocument/2006/relationships" id="261" r:id="R37668bc6f107422b"/>
    <p:sldId xmlns:r="http://schemas.openxmlformats.org/officeDocument/2006/relationships" id="262" r:id="R394f0479601045a9"/>
    <p:sldId xmlns:r="http://schemas.openxmlformats.org/officeDocument/2006/relationships" id="263" r:id="R738b1d42390a4485"/>
    <p:sldId xmlns:r="http://schemas.openxmlformats.org/officeDocument/2006/relationships" id="264" r:id="R9d0ea0c7835841e1"/>
    <p:sldId xmlns:r="http://schemas.openxmlformats.org/officeDocument/2006/relationships" id="265" r:id="R3d46c2541bd646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7de750038545a9" /><Relationship Type="http://schemas.openxmlformats.org/officeDocument/2006/relationships/slideMaster" Target="/ppt/slideMasters/slideMaster1.xml" Id="Rf74baab36e294abb" /><Relationship Type="http://schemas.openxmlformats.org/officeDocument/2006/relationships/notesMaster" Target="/ppt/notesMasters/notesMaster1.xml" Id="Rf6520107be5c49b8" /><Relationship Type="http://schemas.openxmlformats.org/officeDocument/2006/relationships/presProps" Target="/ppt/presProps.xml" Id="Rfa7e246daecb4739" /><Relationship Type="http://schemas.openxmlformats.org/officeDocument/2006/relationships/tableStyles" Target="/ppt/tableStyles.xml" Id="R84dd99ba129e4f10" /><Relationship Type="http://schemas.openxmlformats.org/officeDocument/2006/relationships/slide" Target="/ppt/slides/slide1.xml" Id="R4fe3601ab086419b" /><Relationship Type="http://schemas.openxmlformats.org/officeDocument/2006/relationships/slide" Target="/ppt/slides/slide2.xml" Id="R62c39d3aa5ae497d" /><Relationship Type="http://schemas.openxmlformats.org/officeDocument/2006/relationships/slide" Target="/ppt/slides/slide3.xml" Id="R634790d1f86d4537" /><Relationship Type="http://schemas.openxmlformats.org/officeDocument/2006/relationships/slide" Target="/ppt/slides/slide4.xml" Id="Rf28d83c78a47422e" /><Relationship Type="http://schemas.openxmlformats.org/officeDocument/2006/relationships/slide" Target="/ppt/slides/slide5.xml" Id="Re48c43b9f7324cab" /><Relationship Type="http://schemas.openxmlformats.org/officeDocument/2006/relationships/slide" Target="/ppt/slides/slide6.xml" Id="R37668bc6f107422b" /><Relationship Type="http://schemas.openxmlformats.org/officeDocument/2006/relationships/slide" Target="/ppt/slides/slide7.xml" Id="R394f0479601045a9" /><Relationship Type="http://schemas.openxmlformats.org/officeDocument/2006/relationships/slide" Target="/ppt/slides/slide8.xml" Id="R738b1d42390a4485" /><Relationship Type="http://schemas.openxmlformats.org/officeDocument/2006/relationships/slide" Target="/ppt/slides/slide9.xml" Id="R9d0ea0c7835841e1" /><Relationship Type="http://schemas.openxmlformats.org/officeDocument/2006/relationships/slide" Target="/ppt/slides/slide10.xml" Id="R3d46c2541bd646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d04dd831b442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270310d4ab4f0c" /><Relationship Type="http://schemas.openxmlformats.org/officeDocument/2006/relationships/notesMaster" Target="/ppt/notesMasters/notesMaster1.xml" Id="R1e97561677b24c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47a300060b412f" /><Relationship Type="http://schemas.openxmlformats.org/officeDocument/2006/relationships/notesMaster" Target="/ppt/notesMasters/notesMaster1.xml" Id="R4a472170847041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300538a7124d4e" /><Relationship Type="http://schemas.openxmlformats.org/officeDocument/2006/relationships/notesMaster" Target="/ppt/notesMasters/notesMaster1.xml" Id="Re39faa8edfd244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4b98398e5f4ebb" /><Relationship Type="http://schemas.openxmlformats.org/officeDocument/2006/relationships/notesMaster" Target="/ppt/notesMasters/notesMaster1.xml" Id="R752887e48cae41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64bdfe33264444" /><Relationship Type="http://schemas.openxmlformats.org/officeDocument/2006/relationships/notesMaster" Target="/ppt/notesMasters/notesMaster1.xml" Id="R57f65a51f27443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13008ec2214cc2" /><Relationship Type="http://schemas.openxmlformats.org/officeDocument/2006/relationships/notesMaster" Target="/ppt/notesMasters/notesMaster1.xml" Id="R7b6f3a8985f340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7db5adf4cb4d36" /><Relationship Type="http://schemas.openxmlformats.org/officeDocument/2006/relationships/notesMaster" Target="/ppt/notesMasters/notesMaster1.xml" Id="Rc4f8ad9b321340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bc2e43727274431" /><Relationship Type="http://schemas.openxmlformats.org/officeDocument/2006/relationships/notesMaster" Target="/ppt/notesMasters/notesMaster1.xml" Id="Rd45ebd8e6eb947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7d4fb53f864530" /><Relationship Type="http://schemas.openxmlformats.org/officeDocument/2006/relationships/notesMaster" Target="/ppt/notesMasters/notesMaster1.xml" Id="R230641bffba942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2aeeb5003e4a76" /><Relationship Type="http://schemas.openxmlformats.org/officeDocument/2006/relationships/notesMaster" Target="/ppt/notesMasters/notesMaster1.xml" Id="Rbe11977cce5143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e9f3f7f7bc412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eb6e31150f437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2d87e273d24c1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125c73e036438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a5989292ea4b0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43128ff8174f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FB621E-3CCB-4D80-BAAB-4949994ED1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2F64988-B9F7-40F2-918B-C09307C04C6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75076CD-36A1-47F2-B9E7-FE08C2B06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87C6F8-5A9C-4E41-91D7-CEE0260FC0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457DBA7-7364-4972-B94D-EA7F15289B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566D80F-93E9-4E0E-B058-DA7DE2819C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85A2769-486F-42A1-9D2E-03E2D7172D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7754243-9226-443E-86ED-9EB59B592A5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B47755E-89BC-46B8-A123-D0C4BD3BAC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242BCEA-B678-45B0-A0C4-093F3C7EDC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5e179d38e74e18" /><Relationship Type="http://schemas.openxmlformats.org/officeDocument/2006/relationships/slideLayout" Target="/ppt/slideLayouts/slideLayout1.xml" Id="Rf9f920dea7c8454b" /><Relationship Type="http://schemas.openxmlformats.org/officeDocument/2006/relationships/slideLayout" Target="/ppt/slideLayouts/slideLayout2.xml" Id="R804ec3e5afea4a16" /><Relationship Type="http://schemas.openxmlformats.org/officeDocument/2006/relationships/slideLayout" Target="/ppt/slideLayouts/slideLayout3.xml" Id="R94a00e157b7f4e84" /><Relationship Type="http://schemas.openxmlformats.org/officeDocument/2006/relationships/slideLayout" Target="/ppt/slideLayouts/slideLayout4.xml" Id="R2efe0c78a9bb4990" /><Relationship Type="http://schemas.openxmlformats.org/officeDocument/2006/relationships/slideLayout" Target="/ppt/slideLayouts/slideLayout5.xml" Id="Ra08e2981d5934256" /><Relationship Type="http://schemas.openxmlformats.org/officeDocument/2006/relationships/slideLayout" Target="/ppt/slideLayouts/slideLayout6.xml" Id="Rf83be2e8882c44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f920dea7c8454b"/>
    <p:sldLayoutId xmlns:r="http://schemas.openxmlformats.org/officeDocument/2006/relationships" id="2147483650" r:id="R804ec3e5afea4a16"/>
    <p:sldLayoutId xmlns:r="http://schemas.openxmlformats.org/officeDocument/2006/relationships" id="2147483651" r:id="R94a00e157b7f4e84"/>
    <p:sldLayoutId xmlns:r="http://schemas.openxmlformats.org/officeDocument/2006/relationships" id="2147483652" r:id="R2efe0c78a9bb4990"/>
    <p:sldLayoutId xmlns:r="http://schemas.openxmlformats.org/officeDocument/2006/relationships" id="2147483653" r:id="Ra08e2981d5934256"/>
    <p:sldLayoutId xmlns:r="http://schemas.openxmlformats.org/officeDocument/2006/relationships" id="2147483654" r:id="Rf83be2e8882c44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440ec81b1649da" /><Relationship Type="http://schemas.openxmlformats.org/officeDocument/2006/relationships/notesSlide" Target="/ppt/notesSlides/notesSlide1.xml" Id="Ra4ff97f5889c48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d5614d868d44a3" /><Relationship Type="http://schemas.openxmlformats.org/officeDocument/2006/relationships/image" Target="/ppt/media/image.png" Id="R4fe2689e5639432b" /><Relationship Type="http://schemas.openxmlformats.org/officeDocument/2006/relationships/notesSlide" Target="/ppt/notesSlides/notesSlide2.xml" Id="Rc869e740aa3b44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f90b64e5dd4ddc" /><Relationship Type="http://schemas.openxmlformats.org/officeDocument/2006/relationships/image" Target="/ppt/media/image2.png" Id="Rc9eb85d414e043e4" /><Relationship Type="http://schemas.openxmlformats.org/officeDocument/2006/relationships/image" Target="/ppt/media/image3.png" Id="Rde91d59c51424d27" /><Relationship Type="http://schemas.openxmlformats.org/officeDocument/2006/relationships/notesSlide" Target="/ppt/notesSlides/notesSlide3.xml" Id="R719208782a3640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c7fa9b97614781" /><Relationship Type="http://schemas.openxmlformats.org/officeDocument/2006/relationships/notesSlide" Target="/ppt/notesSlides/notesSlide4.xml" Id="R731293843b9345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6b0bb4fc42462e" /><Relationship Type="http://schemas.openxmlformats.org/officeDocument/2006/relationships/image" Target="/ppt/media/image4.png" Id="R264c0a0b060e4db9" /><Relationship Type="http://schemas.openxmlformats.org/officeDocument/2006/relationships/image" Target="/ppt/media/image5.png" Id="R06284e2b9b9741b6" /><Relationship Type="http://schemas.openxmlformats.org/officeDocument/2006/relationships/notesSlide" Target="/ppt/notesSlides/notesSlide5.xml" Id="R6899351168274e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e976ad76e84589" /><Relationship Type="http://schemas.openxmlformats.org/officeDocument/2006/relationships/notesSlide" Target="/ppt/notesSlides/notesSlide6.xml" Id="Rafcd0d26b81a44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970e5f4ac34e88" /><Relationship Type="http://schemas.openxmlformats.org/officeDocument/2006/relationships/image" Target="/ppt/media/image6.png" Id="R1ac682e783af4e05" /><Relationship Type="http://schemas.openxmlformats.org/officeDocument/2006/relationships/notesSlide" Target="/ppt/notesSlides/notesSlide7.xml" Id="Rd2733a2ce58541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2b5167889542fa" /><Relationship Type="http://schemas.openxmlformats.org/officeDocument/2006/relationships/image" Target="/ppt/media/image7.png" Id="R9d5420f4ffcf43a3" /><Relationship Type="http://schemas.openxmlformats.org/officeDocument/2006/relationships/notesSlide" Target="/ppt/notesSlides/notesSlide8.xml" Id="R36aa0f9546be40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2b8d1bf4b4493d" /><Relationship Type="http://schemas.openxmlformats.org/officeDocument/2006/relationships/image" Target="/ppt/media/image8.png" Id="Rd9646ef934784c68" /><Relationship Type="http://schemas.openxmlformats.org/officeDocument/2006/relationships/notesSlide" Target="/ppt/notesSlides/notesSlide9.xml" Id="R851ff410171d40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9382e5cd28456a" /><Relationship Type="http://schemas.openxmlformats.org/officeDocument/2006/relationships/notesSlide" Target="/ppt/notesSlides/notesSlide10.xml" Id="Rbdf48eacc8564c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9F5CF4-985D-4F56-B3AC-42F0F7AC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defPPr>
            <a:lvl1pPr>
              <a:defRPr sz="165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1pPr>
            <a:lvl2pPr>
              <a:defRPr sz="165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2pPr>
            <a:lvl3pPr>
              <a:defRPr sz="165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3pPr>
            <a:lvl4pPr>
              <a:defRPr sz="165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4pPr>
            <a:lvl5pPr>
              <a:defRPr sz="165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5pPr>
            <a:lvl6pPr>
              <a:defRPr sz="165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6pPr>
            <a:lvl7pPr>
              <a:defRPr sz="165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7pPr>
            <a:lvl8pPr>
              <a:defRPr sz="165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8pPr>
            <a:lvl9pPr>
              <a:defRPr sz="165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pPr>
            <a:r>
              <a:rPr sz="1650" b="1">
                <a:solidFill>
                  <a:srgbClr val="FFFEF9"/>
                </a:solidFill>
                <a:latin typeface="Thonburi"/>
                <a:ea typeface="Thonburi"/>
                <a:cs typeface="Thonburi"/>
              </a:rPr>
              <a:t>UTHAI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618B4-ABBA-4E24-911B-FC84F254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9CB1A5"/>
                </a:solidFill>
                <a:latin typeface="Thonburi"/>
                <a:ea typeface="Thonburi"/>
                <a:cs typeface="Thonburi"/>
              </a:defRPr>
            </a:defPPr>
            <a:lvl1pPr>
              <a:defRPr sz="750" b="1">
                <a:solidFill>
                  <a:srgbClr val="9CB1A5"/>
                </a:solidFill>
                <a:latin typeface="Thonburi"/>
                <a:ea typeface="Thonburi"/>
                <a:cs typeface="Thonburi"/>
              </a:defRPr>
            </a:lvl1pPr>
            <a:lvl2pPr>
              <a:defRPr sz="750" b="1">
                <a:solidFill>
                  <a:srgbClr val="9CB1A5"/>
                </a:solidFill>
                <a:latin typeface="Thonburi"/>
                <a:ea typeface="Thonburi"/>
                <a:cs typeface="Thonburi"/>
              </a:defRPr>
            </a:lvl2pPr>
            <a:lvl3pPr>
              <a:defRPr sz="750" b="1">
                <a:solidFill>
                  <a:srgbClr val="9CB1A5"/>
                </a:solidFill>
                <a:latin typeface="Thonburi"/>
                <a:ea typeface="Thonburi"/>
                <a:cs typeface="Thonburi"/>
              </a:defRPr>
            </a:lvl3pPr>
            <a:lvl4pPr>
              <a:defRPr sz="750" b="1">
                <a:solidFill>
                  <a:srgbClr val="9CB1A5"/>
                </a:solidFill>
                <a:latin typeface="Thonburi"/>
                <a:ea typeface="Thonburi"/>
                <a:cs typeface="Thonburi"/>
              </a:defRPr>
            </a:lvl4pPr>
            <a:lvl5pPr>
              <a:defRPr sz="750" b="1">
                <a:solidFill>
                  <a:srgbClr val="9CB1A5"/>
                </a:solidFill>
                <a:latin typeface="Thonburi"/>
                <a:ea typeface="Thonburi"/>
                <a:cs typeface="Thonburi"/>
              </a:defRPr>
            </a:lvl5pPr>
            <a:lvl6pPr>
              <a:defRPr sz="750" b="1">
                <a:solidFill>
                  <a:srgbClr val="9CB1A5"/>
                </a:solidFill>
                <a:latin typeface="Thonburi"/>
                <a:ea typeface="Thonburi"/>
                <a:cs typeface="Thonburi"/>
              </a:defRPr>
            </a:lvl6pPr>
            <a:lvl7pPr>
              <a:defRPr sz="750" b="1">
                <a:solidFill>
                  <a:srgbClr val="9CB1A5"/>
                </a:solidFill>
                <a:latin typeface="Thonburi"/>
                <a:ea typeface="Thonburi"/>
                <a:cs typeface="Thonburi"/>
              </a:defRPr>
            </a:lvl7pPr>
            <a:lvl8pPr>
              <a:defRPr sz="750" b="1">
                <a:solidFill>
                  <a:srgbClr val="9CB1A5"/>
                </a:solidFill>
                <a:latin typeface="Thonburi"/>
                <a:ea typeface="Thonburi"/>
                <a:cs typeface="Thonburi"/>
              </a:defRPr>
            </a:lvl8pPr>
            <a:lvl9pPr>
              <a:defRPr sz="750" b="1">
                <a:solidFill>
                  <a:srgbClr val="9CB1A5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9CB1A5"/>
                </a:solidFill>
                <a:latin typeface="Thonburi"/>
                <a:ea typeface="Thonburi"/>
                <a:cs typeface="Thonburi"/>
              </a:defRPr>
            </a:pPr>
            <a:r>
              <a:rPr sz="750" b="1">
                <a:solidFill>
                  <a:srgbClr val="9CB1A5"/>
                </a:solidFill>
                <a:latin typeface="Thonburi"/>
                <a:ea typeface="Thonburi"/>
                <a:cs typeface="Thonburi"/>
              </a:rPr>
              <a:t>SMASH CLUB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E0B0BA-9F1F-48B7-98A0-28013426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239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defPPr>
            <a:lvl1pPr>
              <a:defRPr sz="465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1pPr>
            <a:lvl2pPr>
              <a:defRPr sz="465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2pPr>
            <a:lvl3pPr>
              <a:defRPr sz="465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3pPr>
            <a:lvl4pPr>
              <a:defRPr sz="465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4pPr>
            <a:lvl5pPr>
              <a:defRPr sz="465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5pPr>
            <a:lvl6pPr>
              <a:defRPr sz="465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6pPr>
            <a:lvl7pPr>
              <a:defRPr sz="465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7pPr>
            <a:lvl8pPr>
              <a:defRPr sz="465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8pPr>
            <a:lvl9pPr>
              <a:defRPr sz="465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pPr>
            <a:r>
              <a:rPr sz="4650" b="1">
                <a:solidFill>
                  <a:srgbClr val="FFFEF9"/>
                </a:solidFill>
                <a:latin typeface="Thonburi"/>
                <a:ea typeface="Thonburi"/>
                <a:cs typeface="Thonburi"/>
              </a:rPr>
              <a:t>ระบบจัดคิว สนาม</a:t>
            </a:r>
          </a:p>
          <a:p xmlns:a="http://schemas.openxmlformats.org/drawingml/2006/main">
            <a:pPr>
              <a:defRPr sz="465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pPr>
            <a:r>
              <a:rPr sz="4650" b="1">
                <a:solidFill>
                  <a:srgbClr val="FFFEF9"/>
                </a:solidFill>
                <a:latin typeface="Thonburi"/>
                <a:ea typeface="Thonburi"/>
                <a:cs typeface="Thonburi"/>
              </a:rPr>
              <a:t>และรายรับ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950033-5B14-43FF-9190-2A6B263C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766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defPPr>
            <a:lvl1pPr>
              <a:defRPr sz="2025" b="0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1pPr>
            <a:lvl2pPr>
              <a:defRPr sz="2025" b="0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2pPr>
            <a:lvl3pPr>
              <a:defRPr sz="2025" b="0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3pPr>
            <a:lvl4pPr>
              <a:defRPr sz="2025" b="0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4pPr>
            <a:lvl5pPr>
              <a:defRPr sz="2025" b="0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5pPr>
            <a:lvl6pPr>
              <a:defRPr sz="2025" b="0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6pPr>
            <a:lvl7pPr>
              <a:defRPr sz="2025" b="0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7pPr>
            <a:lvl8pPr>
              <a:defRPr sz="2025" b="0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8pPr>
            <a:lvl9pPr>
              <a:defRPr sz="2025" b="0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D9F36A"/>
                </a:solidFill>
                <a:latin typeface="Thonburi"/>
                <a:ea typeface="Thonburi"/>
                <a:cs typeface="Thonburi"/>
              </a:rPr>
              <a:t>สำหรับชมรมแบดมินตันอุทัยธานี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930277-B2F3-4C5F-9907-9DD48841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62000"/>
            <a:ext cx="2095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9F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8FE76A-1A84-41B2-9815-29CB169D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066800"/>
            <a:ext cx="133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55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 algn="ctr">
              <a:defRPr sz="55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 algn="ctr">
              <a:defRPr sz="55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 algn="ctr">
              <a:defRPr sz="55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 algn="ctr">
              <a:defRPr sz="55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 algn="ctr">
              <a:defRPr sz="55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 algn="ctr">
              <a:defRPr sz="55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 algn="ctr">
              <a:defRPr sz="55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 algn="ctr">
              <a:defRPr sz="55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 algn="ctr">
              <a:defRPr sz="55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 algn="ctr">
              <a:defRPr sz="55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555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DE4838-ECA7-452E-A749-00071E45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defPPr>
            <a:lvl1pPr>
              <a:defRPr sz="17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1pPr>
            <a:lvl2pPr>
              <a:defRPr sz="17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2pPr>
            <a:lvl3pPr>
              <a:defRPr sz="17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3pPr>
            <a:lvl4pPr>
              <a:defRPr sz="17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4pPr>
            <a:lvl5pPr>
              <a:defRPr sz="17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5pPr>
            <a:lvl6pPr>
              <a:defRPr sz="17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6pPr>
            <a:lvl7pPr>
              <a:defRPr sz="17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7pPr>
            <a:lvl8pPr>
              <a:defRPr sz="17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8pPr>
            <a:lvl9pPr>
              <a:defRPr sz="17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pPr>
            <a:r>
              <a:rPr sz="1725" b="1">
                <a:solidFill>
                  <a:srgbClr val="FFFEF9"/>
                </a:solidFill>
                <a:latin typeface="Thonburi"/>
                <a:ea typeface="Thonburi"/>
                <a:cs typeface="Thonburi"/>
              </a:rPr>
              <a:t>คิวชัด  •  Admin เห็นครบ  •  คนเดิมใช้ได้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508399-33F1-4AE4-B4FD-5645C960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436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CB1A5"/>
                </a:solidFill>
                <a:latin typeface="Thonburi"/>
                <a:ea typeface="Thonburi"/>
                <a:cs typeface="Thonburi"/>
              </a:defRPr>
            </a:defPPr>
            <a:lvl1pPr>
              <a:defRPr sz="1050" b="0">
                <a:solidFill>
                  <a:srgbClr val="9CB1A5"/>
                </a:solidFill>
                <a:latin typeface="Thonburi"/>
                <a:ea typeface="Thonburi"/>
                <a:cs typeface="Thonburi"/>
              </a:defRPr>
            </a:lvl1pPr>
            <a:lvl2pPr>
              <a:defRPr sz="1050" b="0">
                <a:solidFill>
                  <a:srgbClr val="9CB1A5"/>
                </a:solidFill>
                <a:latin typeface="Thonburi"/>
                <a:ea typeface="Thonburi"/>
                <a:cs typeface="Thonburi"/>
              </a:defRPr>
            </a:lvl2pPr>
            <a:lvl3pPr>
              <a:defRPr sz="1050" b="0">
                <a:solidFill>
                  <a:srgbClr val="9CB1A5"/>
                </a:solidFill>
                <a:latin typeface="Thonburi"/>
                <a:ea typeface="Thonburi"/>
                <a:cs typeface="Thonburi"/>
              </a:defRPr>
            </a:lvl3pPr>
            <a:lvl4pPr>
              <a:defRPr sz="1050" b="0">
                <a:solidFill>
                  <a:srgbClr val="9CB1A5"/>
                </a:solidFill>
                <a:latin typeface="Thonburi"/>
                <a:ea typeface="Thonburi"/>
                <a:cs typeface="Thonburi"/>
              </a:defRPr>
            </a:lvl4pPr>
            <a:lvl5pPr>
              <a:defRPr sz="1050" b="0">
                <a:solidFill>
                  <a:srgbClr val="9CB1A5"/>
                </a:solidFill>
                <a:latin typeface="Thonburi"/>
                <a:ea typeface="Thonburi"/>
                <a:cs typeface="Thonburi"/>
              </a:defRPr>
            </a:lvl5pPr>
            <a:lvl6pPr>
              <a:defRPr sz="1050" b="0">
                <a:solidFill>
                  <a:srgbClr val="9CB1A5"/>
                </a:solidFill>
                <a:latin typeface="Thonburi"/>
                <a:ea typeface="Thonburi"/>
                <a:cs typeface="Thonburi"/>
              </a:defRPr>
            </a:lvl6pPr>
            <a:lvl7pPr>
              <a:defRPr sz="1050" b="0">
                <a:solidFill>
                  <a:srgbClr val="9CB1A5"/>
                </a:solidFill>
                <a:latin typeface="Thonburi"/>
                <a:ea typeface="Thonburi"/>
                <a:cs typeface="Thonburi"/>
              </a:defRPr>
            </a:lvl7pPr>
            <a:lvl8pPr>
              <a:defRPr sz="1050" b="0">
                <a:solidFill>
                  <a:srgbClr val="9CB1A5"/>
                </a:solidFill>
                <a:latin typeface="Thonburi"/>
                <a:ea typeface="Thonburi"/>
                <a:cs typeface="Thonburi"/>
              </a:defRPr>
            </a:lvl8pPr>
            <a:lvl9pPr>
              <a:defRPr sz="1050" b="0">
                <a:solidFill>
                  <a:srgbClr val="9CB1A5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9CB1A5"/>
                </a:solidFill>
                <a:latin typeface="Thonburi"/>
                <a:ea typeface="Thonburi"/>
                <a:cs typeface="Thonburi"/>
              </a:defRPr>
            </a:pPr>
            <a:r>
              <a:rPr sz="1050" b="0">
                <a:solidFill>
                  <a:srgbClr val="9CB1A5"/>
                </a:solidFill>
                <a:latin typeface="Thonburi"/>
                <a:ea typeface="Thonburi"/>
                <a:cs typeface="Thonburi"/>
              </a:rPr>
              <a:t>ข้อเสนอระบบต้นแบบ • ตุลาคม 2569</a:t>
            </a:r>
          </a:p>
        </p:txBody>
      </p:sp>
    </p:spTree>
    <p:extLst>
      <p:ext uri="{BB962C8B-B14F-4D97-AF65-F5344CB8AC3E}">
        <p14:creationId xmlns:p14="http://schemas.microsoft.com/office/powerpoint/2010/main" val="8350763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8F68DA-C197-44F9-8998-DFDA2D6D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defPPr>
            <a:lvl1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1pPr>
            <a:lvl2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2pPr>
            <a:lvl3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3pPr>
            <a:lvl4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4pPr>
            <a:lvl5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5pPr>
            <a:lvl6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6pPr>
            <a:lvl7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7pPr>
            <a:lvl8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8pPr>
            <a:lvl9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pPr>
            <a:r>
              <a:rPr sz="900" b="1">
                <a:solidFill>
                  <a:srgbClr val="1C523D"/>
                </a:solidFill>
                <a:latin typeface="Thonburi"/>
                <a:ea typeface="Thonburi"/>
                <a:cs typeface="Thonburi"/>
              </a:rPr>
              <a:t>PAIN POINT 01 · QUEUE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B2626-CD7F-4C48-8E01-70BD01D1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2700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ปัญหาคิวที่เกิดทุกคืน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818B0-9098-4897-B504-3CD412D3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975" b="1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1FA352-B709-4907-97E9-DD96146B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5F751-B9DD-478B-8630-DB7A2A91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62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210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C7644-C44A-4DE0-A85E-F00DA718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145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575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ต้องเดินมาเขียนกระดาน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392122-1853-41C0-B4FE-61BAA228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38350"/>
            <a:ext cx="4524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200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คนเล่นต้องมองกระดาษหรือไฟล์เดียวกัน แล้วจำเองว่าคิวไหนมาก่อน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2D2B50-4D89-4C05-AC20-E874927E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62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defPPr>
            <a:lvl1pPr>
              <a:defRPr sz="210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1pPr>
            <a:lvl2pPr>
              <a:defRPr sz="210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2pPr>
            <a:lvl3pPr>
              <a:defRPr sz="210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3pPr>
            <a:lvl4pPr>
              <a:defRPr sz="210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4pPr>
            <a:lvl5pPr>
              <a:defRPr sz="210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5pPr>
            <a:lvl6pPr>
              <a:defRPr sz="210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6pPr>
            <a:lvl7pPr>
              <a:defRPr sz="210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7pPr>
            <a:lvl8pPr>
              <a:defRPr sz="210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8pPr>
            <a:lvl9pPr>
              <a:defRPr sz="210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pPr>
            <a:r>
              <a:rPr sz="2100" b="1">
                <a:solidFill>
                  <a:srgbClr val="FF7B5C"/>
                </a:solidFill>
                <a:latin typeface="Thonburi"/>
                <a:ea typeface="Thonburi"/>
                <a:cs typeface="Thonbur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493666-31A5-4D91-A406-DE1007A0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527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575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ชื่อซ้ำและลำดับเปลี่ยน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A487C0-15A4-47F8-AABF-5B72AB6F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76600"/>
            <a:ext cx="4524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200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หลายคนช่วยกันเขียน แต่ไม่มีสถานะกลางว่าใครถูกจับเข้าคิวแล้ว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6AC06A-699A-4FD8-A946-D55365E2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0"/>
            <a:ext cx="62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DDA627"/>
                </a:solidFill>
                <a:latin typeface="Thonburi"/>
                <a:ea typeface="Thonburi"/>
                <a:cs typeface="Thonburi"/>
              </a:defRPr>
            </a:defPPr>
            <a:lvl1pPr>
              <a:defRPr sz="2100" b="1">
                <a:solidFill>
                  <a:srgbClr val="DDA627"/>
                </a:solidFill>
                <a:latin typeface="Thonburi"/>
                <a:ea typeface="Thonburi"/>
                <a:cs typeface="Thonburi"/>
              </a:defRPr>
            </a:lvl1pPr>
            <a:lvl2pPr>
              <a:defRPr sz="2100" b="1">
                <a:solidFill>
                  <a:srgbClr val="DDA627"/>
                </a:solidFill>
                <a:latin typeface="Thonburi"/>
                <a:ea typeface="Thonburi"/>
                <a:cs typeface="Thonburi"/>
              </a:defRPr>
            </a:lvl2pPr>
            <a:lvl3pPr>
              <a:defRPr sz="2100" b="1">
                <a:solidFill>
                  <a:srgbClr val="DDA627"/>
                </a:solidFill>
                <a:latin typeface="Thonburi"/>
                <a:ea typeface="Thonburi"/>
                <a:cs typeface="Thonburi"/>
              </a:defRPr>
            </a:lvl3pPr>
            <a:lvl4pPr>
              <a:defRPr sz="2100" b="1">
                <a:solidFill>
                  <a:srgbClr val="DDA627"/>
                </a:solidFill>
                <a:latin typeface="Thonburi"/>
                <a:ea typeface="Thonburi"/>
                <a:cs typeface="Thonburi"/>
              </a:defRPr>
            </a:lvl4pPr>
            <a:lvl5pPr>
              <a:defRPr sz="2100" b="1">
                <a:solidFill>
                  <a:srgbClr val="DDA627"/>
                </a:solidFill>
                <a:latin typeface="Thonburi"/>
                <a:ea typeface="Thonburi"/>
                <a:cs typeface="Thonburi"/>
              </a:defRPr>
            </a:lvl5pPr>
            <a:lvl6pPr>
              <a:defRPr sz="2100" b="1">
                <a:solidFill>
                  <a:srgbClr val="DDA627"/>
                </a:solidFill>
                <a:latin typeface="Thonburi"/>
                <a:ea typeface="Thonburi"/>
                <a:cs typeface="Thonburi"/>
              </a:defRPr>
            </a:lvl6pPr>
            <a:lvl7pPr>
              <a:defRPr sz="2100" b="1">
                <a:solidFill>
                  <a:srgbClr val="DDA627"/>
                </a:solidFill>
                <a:latin typeface="Thonburi"/>
                <a:ea typeface="Thonburi"/>
                <a:cs typeface="Thonburi"/>
              </a:defRPr>
            </a:lvl7pPr>
            <a:lvl8pPr>
              <a:defRPr sz="2100" b="1">
                <a:solidFill>
                  <a:srgbClr val="DDA627"/>
                </a:solidFill>
                <a:latin typeface="Thonburi"/>
                <a:ea typeface="Thonburi"/>
                <a:cs typeface="Thonburi"/>
              </a:defRPr>
            </a:lvl8pPr>
            <a:lvl9pPr>
              <a:defRPr sz="2100" b="1">
                <a:solidFill>
                  <a:srgbClr val="DDA627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DDA627"/>
                </a:solidFill>
                <a:latin typeface="Thonburi"/>
                <a:ea typeface="Thonburi"/>
                <a:cs typeface="Thonburi"/>
              </a:defRPr>
            </a:pPr>
            <a:r>
              <a:rPr sz="2100" b="1">
                <a:solidFill>
                  <a:srgbClr val="DDA627"/>
                </a:solidFill>
                <a:latin typeface="Thonburi"/>
                <a:ea typeface="Thonburi"/>
                <a:cs typeface="Thonbur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9B2732-6DB5-4BB4-B755-502F284B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575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มองไม่เห็นคนว่าง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1D49AB-DFE9-4E17-A4D1-2D94C130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14850"/>
            <a:ext cx="4524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200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รู้แค่คนที่อยู่ในคิว แต่ไม่รู้ว่าใครเช็คอินแล้วและพร้อมรวมทีม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BFD6E8-5E5D-41B1-BC02-25D2A7B2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90700"/>
            <a:ext cx="46101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EF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89F583-2C5F-47E9-A05C-F35D152ED3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e2689e5639432b"/>
          <a:stretch xmlns:a="http://schemas.openxmlformats.org/drawingml/2006/main"/>
        </p:blipFill>
        <p:spPr>
          <a:xfrm xmlns:a="http://schemas.openxmlformats.org/drawingml/2006/main">
            <a:off x="7154318" y="2571750"/>
            <a:ext cx="3712664" cy="1695450"/>
          </a:xfrm>
          <a:prstGeom xmlns:a="http://schemas.openxmlformats.org/drawingml/2006/main" prst="roundRect">
            <a:avLst>
              <a:gd name="adj" fmla="val 6742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5A2176-DAD8-4344-9463-38E6ABAA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76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12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12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12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12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12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12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12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12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12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125" b="1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ภาพจริงของวิธีเดิม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8A8072-EF9F-4DD5-A174-06794113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1244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defPPr>
            <a:lvl1pPr>
              <a:defRPr sz="1725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1pPr>
            <a:lvl2pPr>
              <a:defRPr sz="1725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2pPr>
            <a:lvl3pPr>
              <a:defRPr sz="1725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3pPr>
            <a:lvl4pPr>
              <a:defRPr sz="1725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4pPr>
            <a:lvl5pPr>
              <a:defRPr sz="1725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5pPr>
            <a:lvl6pPr>
              <a:defRPr sz="1725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6pPr>
            <a:lvl7pPr>
              <a:defRPr sz="1725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7pPr>
            <a:lvl8pPr>
              <a:defRPr sz="1725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8pPr>
            <a:lvl9pPr>
              <a:defRPr sz="1725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pPr>
            <a:r>
              <a:rPr sz="1725" b="1">
                <a:solidFill>
                  <a:srgbClr val="FF7B5C"/>
                </a:solidFill>
                <a:latin typeface="Thonburi"/>
                <a:ea typeface="Thonburi"/>
                <a:cs typeface="Thonburi"/>
              </a:rPr>
              <a:t>×  กระดานบอกลำดับได้</a:t>
            </a:r>
          </a:p>
          <a:p xmlns:a="http://schemas.openxmlformats.org/drawingml/2006/main">
            <a:pPr>
              <a:defRPr sz="1725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pPr>
            <a:r>
              <a:rPr sz="1725" b="1">
                <a:solidFill>
                  <a:srgbClr val="FF7B5C"/>
                </a:solidFill>
                <a:latin typeface="Thonburi"/>
                <a:ea typeface="Thonburi"/>
                <a:cs typeface="Thonburi"/>
              </a:rPr>
              <a:t>แต่บอกสถานะคนและสนามไม่ได้</a:t>
            </a:r>
          </a:p>
        </p:txBody>
      </p:sp>
    </p:spTree>
    <p:extLst>
      <p:ext uri="{BB962C8B-B14F-4D97-AF65-F5344CB8AC3E}">
        <p14:creationId xmlns:p14="http://schemas.microsoft.com/office/powerpoint/2010/main" val="21105903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22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24B37A-1BB6-4CC3-88EF-CCCACC4C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defPPr>
            <a:lvl1pPr>
              <a:defRPr sz="9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1pPr>
            <a:lvl2pPr>
              <a:defRPr sz="9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2pPr>
            <a:lvl3pPr>
              <a:defRPr sz="9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3pPr>
            <a:lvl4pPr>
              <a:defRPr sz="9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4pPr>
            <a:lvl5pPr>
              <a:defRPr sz="9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5pPr>
            <a:lvl6pPr>
              <a:defRPr sz="9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6pPr>
            <a:lvl7pPr>
              <a:defRPr sz="9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7pPr>
            <a:lvl8pPr>
              <a:defRPr sz="9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8pPr>
            <a:lvl9pPr>
              <a:defRPr sz="9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pPr>
            <a:r>
              <a:rPr sz="900" b="1">
                <a:solidFill>
                  <a:srgbClr val="D9F36A"/>
                </a:solidFill>
                <a:latin typeface="Thonburi"/>
                <a:ea typeface="Thonburi"/>
                <a:cs typeface="Thonburi"/>
              </a:rPr>
              <a:t>PAIN POINT 02 · ACCOUNT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FFD64-13CC-4F53-9A72-5CC56361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defPPr>
            <a:lvl1pPr>
              <a:defRPr sz="27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1pPr>
            <a:lvl2pPr>
              <a:defRPr sz="27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2pPr>
            <a:lvl3pPr>
              <a:defRPr sz="27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3pPr>
            <a:lvl4pPr>
              <a:defRPr sz="27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4pPr>
            <a:lvl5pPr>
              <a:defRPr sz="27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5pPr>
            <a:lvl6pPr>
              <a:defRPr sz="27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6pPr>
            <a:lvl7pPr>
              <a:defRPr sz="27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7pPr>
            <a:lvl8pPr>
              <a:defRPr sz="27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8pPr>
            <a:lvl9pPr>
              <a:defRPr sz="27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pPr>
            <a:r>
              <a:rPr sz="2700" b="1">
                <a:solidFill>
                  <a:srgbClr val="FFFEF9"/>
                </a:solidFill>
                <a:latin typeface="Thonburi"/>
                <a:ea typeface="Thonburi"/>
                <a:cs typeface="Thonburi"/>
              </a:rPr>
              <a:t>สมุดจดกับ Line ทำให้ยอดตามต่อยาก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EB7B4A-1D38-449E-9EC0-71BA0658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>
                <a:solidFill>
                  <a:srgbClr val="A7BAAD"/>
                </a:solidFill>
                <a:latin typeface="Thonburi"/>
                <a:ea typeface="Thonburi"/>
                <a:cs typeface="Thonburi"/>
              </a:defRPr>
            </a:defPPr>
            <a:lvl1pPr algn="r">
              <a:defRPr sz="975" b="1">
                <a:solidFill>
                  <a:srgbClr val="A7BAAD"/>
                </a:solidFill>
                <a:latin typeface="Thonburi"/>
                <a:ea typeface="Thonburi"/>
                <a:cs typeface="Thonburi"/>
              </a:defRPr>
            </a:lvl1pPr>
            <a:lvl2pPr algn="r">
              <a:defRPr sz="975" b="1">
                <a:solidFill>
                  <a:srgbClr val="A7BAAD"/>
                </a:solidFill>
                <a:latin typeface="Thonburi"/>
                <a:ea typeface="Thonburi"/>
                <a:cs typeface="Thonburi"/>
              </a:defRPr>
            </a:lvl2pPr>
            <a:lvl3pPr algn="r">
              <a:defRPr sz="975" b="1">
                <a:solidFill>
                  <a:srgbClr val="A7BAAD"/>
                </a:solidFill>
                <a:latin typeface="Thonburi"/>
                <a:ea typeface="Thonburi"/>
                <a:cs typeface="Thonburi"/>
              </a:defRPr>
            </a:lvl3pPr>
            <a:lvl4pPr algn="r">
              <a:defRPr sz="975" b="1">
                <a:solidFill>
                  <a:srgbClr val="A7BAAD"/>
                </a:solidFill>
                <a:latin typeface="Thonburi"/>
                <a:ea typeface="Thonburi"/>
                <a:cs typeface="Thonburi"/>
              </a:defRPr>
            </a:lvl4pPr>
            <a:lvl5pPr algn="r">
              <a:defRPr sz="975" b="1">
                <a:solidFill>
                  <a:srgbClr val="A7BAAD"/>
                </a:solidFill>
                <a:latin typeface="Thonburi"/>
                <a:ea typeface="Thonburi"/>
                <a:cs typeface="Thonburi"/>
              </a:defRPr>
            </a:lvl5pPr>
            <a:lvl6pPr algn="r">
              <a:defRPr sz="975" b="1">
                <a:solidFill>
                  <a:srgbClr val="A7BAAD"/>
                </a:solidFill>
                <a:latin typeface="Thonburi"/>
                <a:ea typeface="Thonburi"/>
                <a:cs typeface="Thonburi"/>
              </a:defRPr>
            </a:lvl6pPr>
            <a:lvl7pPr algn="r">
              <a:defRPr sz="975" b="1">
                <a:solidFill>
                  <a:srgbClr val="A7BAAD"/>
                </a:solidFill>
                <a:latin typeface="Thonburi"/>
                <a:ea typeface="Thonburi"/>
                <a:cs typeface="Thonburi"/>
              </a:defRPr>
            </a:lvl7pPr>
            <a:lvl8pPr algn="r">
              <a:defRPr sz="975" b="1">
                <a:solidFill>
                  <a:srgbClr val="A7BAAD"/>
                </a:solidFill>
                <a:latin typeface="Thonburi"/>
                <a:ea typeface="Thonburi"/>
                <a:cs typeface="Thonburi"/>
              </a:defRPr>
            </a:lvl8pPr>
            <a:lvl9pPr algn="r">
              <a:defRPr sz="975" b="1">
                <a:solidFill>
                  <a:srgbClr val="A7BAA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7BAAD"/>
                </a:solidFill>
                <a:latin typeface="Thonburi"/>
                <a:ea typeface="Thonburi"/>
                <a:cs typeface="Thonburi"/>
              </a:defRPr>
            </a:pPr>
            <a:r>
              <a:rPr sz="975" b="1">
                <a:solidFill>
                  <a:srgbClr val="A7BAAD"/>
                </a:solidFill>
                <a:latin typeface="Thonburi"/>
                <a:ea typeface="Thonburi"/>
                <a:cs typeface="Thonbur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39F7AE-201C-449D-952F-7E3D66BA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B704D1-4415-4AD1-A390-6181216E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defPPr>
            <a:lvl1pPr>
              <a:defRPr sz="195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1pPr>
            <a:lvl2pPr>
              <a:defRPr sz="195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2pPr>
            <a:lvl3pPr>
              <a:defRPr sz="195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3pPr>
            <a:lvl4pPr>
              <a:defRPr sz="195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4pPr>
            <a:lvl5pPr>
              <a:defRPr sz="195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5pPr>
            <a:lvl6pPr>
              <a:defRPr sz="195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6pPr>
            <a:lvl7pPr>
              <a:defRPr sz="195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7pPr>
            <a:lvl8pPr>
              <a:defRPr sz="195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8pPr>
            <a:lvl9pPr>
              <a:defRPr sz="195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pPr>
            <a:r>
              <a:rPr sz="1950" b="1">
                <a:solidFill>
                  <a:srgbClr val="D9F36A"/>
                </a:solidFill>
                <a:latin typeface="Thonburi"/>
                <a:ea typeface="Thonburi"/>
                <a:cs typeface="Thonburi"/>
              </a:rPr>
              <a:t>ข้อมูลกระจาย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47BE17-501B-4FC8-89F9-537C749E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52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defPPr>
            <a:lvl1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1pPr>
            <a:lvl2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2pPr>
            <a:lvl3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3pPr>
            <a:lvl4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4pPr>
            <a:lvl5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5pPr>
            <a:lvl6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6pPr>
            <a:lvl7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7pPr>
            <a:lvl8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8pPr>
            <a:lvl9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C8D2CC"/>
                </a:solidFill>
                <a:latin typeface="Thonburi"/>
                <a:ea typeface="Thonburi"/>
                <a:cs typeface="Thonburi"/>
              </a:rPr>
              <a:t>รายชื่อ ยอดเงิน และวันที่จ่าย</a:t>
            </a:r>
          </a:p>
          <a:p xmlns:a="http://schemas.openxmlformats.org/drawingml/2006/main">
            <a: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C8D2CC"/>
                </a:solidFill>
                <a:latin typeface="Thonburi"/>
                <a:ea typeface="Thonburi"/>
                <a:cs typeface="Thonburi"/>
              </a:rPr>
              <a:t>อยู่บนสมุดหลายหน้า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A32A07-964A-4E4E-B67C-19BCFC49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defPPr>
            <a:lvl1pPr>
              <a:defRPr sz="195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1pPr>
            <a:lvl2pPr>
              <a:defRPr sz="195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2pPr>
            <a:lvl3pPr>
              <a:defRPr sz="195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3pPr>
            <a:lvl4pPr>
              <a:defRPr sz="195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4pPr>
            <a:lvl5pPr>
              <a:defRPr sz="195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5pPr>
            <a:lvl6pPr>
              <a:defRPr sz="195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6pPr>
            <a:lvl7pPr>
              <a:defRPr sz="195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7pPr>
            <a:lvl8pPr>
              <a:defRPr sz="195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8pPr>
            <a:lvl9pPr>
              <a:defRPr sz="195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pPr>
            <a:r>
              <a:rPr sz="1950" b="1">
                <a:solidFill>
                  <a:srgbClr val="D9F36A"/>
                </a:solidFill>
                <a:latin typeface="Thonburi"/>
                <a:ea typeface="Thonburi"/>
                <a:cs typeface="Thonburi"/>
              </a:rPr>
              <a:t>ต้องแคปไปทวงเอง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613546-E3C1-4C1D-8797-EA5B894D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52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defPPr>
            <a:lvl1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1pPr>
            <a:lvl2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2pPr>
            <a:lvl3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3pPr>
            <a:lvl4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4pPr>
            <a:lvl5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5pPr>
            <a:lvl6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6pPr>
            <a:lvl7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7pPr>
            <a:lvl8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8pPr>
            <a:lvl9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C8D2CC"/>
                </a:solidFill>
                <a:latin typeface="Thonburi"/>
                <a:ea typeface="Thonburi"/>
                <a:cs typeface="Thonburi"/>
              </a:rPr>
              <a:t>คัดยอดจากสมุด ถ่ายรูป</a:t>
            </a:r>
          </a:p>
          <a:p xmlns:a="http://schemas.openxmlformats.org/drawingml/2006/main">
            <a: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C8D2CC"/>
                </a:solidFill>
                <a:latin typeface="Thonburi"/>
                <a:ea typeface="Thonburi"/>
                <a:cs typeface="Thonburi"/>
              </a:rPr>
              <a:t>แล้วส่งต่อใน Line ทีละรอบ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6F2528-27C6-479A-A8C7-1D5CA8B7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defPPr>
            <a:lvl1pPr>
              <a:defRPr sz="195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1pPr>
            <a:lvl2pPr>
              <a:defRPr sz="195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2pPr>
            <a:lvl3pPr>
              <a:defRPr sz="195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3pPr>
            <a:lvl4pPr>
              <a:defRPr sz="195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4pPr>
            <a:lvl5pPr>
              <a:defRPr sz="195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5pPr>
            <a:lvl6pPr>
              <a:defRPr sz="195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6pPr>
            <a:lvl7pPr>
              <a:defRPr sz="195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7pPr>
            <a:lvl8pPr>
              <a:defRPr sz="195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8pPr>
            <a:lvl9pPr>
              <a:defRPr sz="195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pPr>
            <a:r>
              <a:rPr sz="1950" b="1">
                <a:solidFill>
                  <a:srgbClr val="FF7B5C"/>
                </a:solidFill>
                <a:latin typeface="Thonburi"/>
                <a:ea typeface="Thonburi"/>
                <a:cs typeface="Thonburi"/>
              </a:rPr>
              <a:t>ตรวจย้อนหลังลำบาก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A69F7D-3C0F-4DAB-8CC7-EF64D6D8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defPPr>
            <a:lvl1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1pPr>
            <a:lvl2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2pPr>
            <a:lvl3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3pPr>
            <a:lvl4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4pPr>
            <a:lvl5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5pPr>
            <a:lvl6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6pPr>
            <a:lvl7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7pPr>
            <a:lvl8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8pPr>
            <a:lvl9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C8D2CC"/>
                </a:solidFill>
                <a:latin typeface="Thonburi"/>
                <a:ea typeface="Thonburi"/>
                <a:cs typeface="Thonburi"/>
              </a:rPr>
              <a:t>ไม่เห็นทันทีว่าใครค้างเท่าไร</a:t>
            </a:r>
          </a:p>
          <a:p xmlns:a="http://schemas.openxmlformats.org/drawingml/2006/main">
            <a:pPr>
              <a:defRPr sz="1350" b="0">
                <a:solidFill>
                  <a:srgbClr val="C8D2CC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C8D2CC"/>
                </a:solidFill>
                <a:latin typeface="Thonburi"/>
                <a:ea typeface="Thonburi"/>
                <a:cs typeface="Thonburi"/>
              </a:rPr>
              <a:t>และยอดรวมของวันคือเท่าไร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00F030-8FA2-47C4-BB67-62AF66BC12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eb85d414e043e4"/>
          <a:srcRect xmlns:a="http://schemas.openxmlformats.org/drawingml/2006/main" l="0" t="12492" r="0" b="124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38700" y="1657350"/>
            <a:ext cx="4171950" cy="4171950"/>
          </a:xfrm>
          <a:prstGeom xmlns:a="http://schemas.openxmlformats.org/drawingml/2006/main" prst="roundRect">
            <a:avLst>
              <a:gd name="adj" fmla="val 2740"/>
            </a:avLst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E2993D-BB20-4780-ADC4-D403725F22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91d59c51424d27"/>
          <a:srcRect xmlns:a="http://schemas.openxmlformats.org/drawingml/2006/main" l="4927" t="0" r="49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43950" y="3219450"/>
            <a:ext cx="2571750" cy="260985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B03215-7A53-41B6-A9B8-32EF3F8B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962650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defPPr>
            <a:lvl1pPr>
              <a:defRPr sz="12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1pPr>
            <a:lvl2pPr>
              <a:defRPr sz="12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2pPr>
            <a:lvl3pPr>
              <a:defRPr sz="12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3pPr>
            <a:lvl4pPr>
              <a:defRPr sz="12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4pPr>
            <a:lvl5pPr>
              <a:defRPr sz="12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5pPr>
            <a:lvl6pPr>
              <a:defRPr sz="12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6pPr>
            <a:lvl7pPr>
              <a:defRPr sz="12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7pPr>
            <a:lvl8pPr>
              <a:defRPr sz="12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8pPr>
            <a:lvl9pPr>
              <a:defRPr sz="12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pPr>
            <a:r>
              <a:rPr sz="1200" b="1">
                <a:solidFill>
                  <a:srgbClr val="FFFEF9"/>
                </a:solidFill>
                <a:latin typeface="Thonburi"/>
                <a:ea typeface="Thonburi"/>
                <a:cs typeface="Thonburi"/>
              </a:rPr>
              <a:t>วิธีเดิม: ถ่ายสมุด → ส่ง Line</a:t>
            </a:r>
          </a:p>
        </p:txBody>
      </p:sp>
    </p:spTree>
    <p:extLst>
      <p:ext uri="{BB962C8B-B14F-4D97-AF65-F5344CB8AC3E}">
        <p14:creationId xmlns:p14="http://schemas.microsoft.com/office/powerpoint/2010/main" val="15175831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E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594BF8-09C2-47FB-91A5-E17C7D37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defPPr>
            <a:lvl1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1pPr>
            <a:lvl2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2pPr>
            <a:lvl3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3pPr>
            <a:lvl4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4pPr>
            <a:lvl5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5pPr>
            <a:lvl6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6pPr>
            <a:lvl7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7pPr>
            <a:lvl8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8pPr>
            <a:lvl9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pPr>
            <a:r>
              <a:rPr sz="900" b="1">
                <a:solidFill>
                  <a:srgbClr val="1C523D"/>
                </a:solidFill>
                <a:latin typeface="Thonburi"/>
                <a:ea typeface="Thonburi"/>
                <a:cs typeface="Thonburi"/>
              </a:rPr>
              <a:t>BEFORE / AFTER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B67BC-DF98-4FA6-84DE-DB0C2C22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2700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ของเดิมทำไม่ได้ ระบบใหม่ทำให้เห็นและจัดการได้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154DAB-3F1F-4195-AC26-204CD27D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975" b="1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281EA-2D08-4B56-8058-023E05B4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BF221-CE20-4B0B-9EF3-6BDFB04A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defPPr>
            <a:lvl1pPr>
              <a:defRPr sz="210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1pPr>
            <a:lvl2pPr>
              <a:defRPr sz="210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2pPr>
            <a:lvl3pPr>
              <a:defRPr sz="210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3pPr>
            <a:lvl4pPr>
              <a:defRPr sz="210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4pPr>
            <a:lvl5pPr>
              <a:defRPr sz="210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5pPr>
            <a:lvl6pPr>
              <a:defRPr sz="210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6pPr>
            <a:lvl7pPr>
              <a:defRPr sz="210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7pPr>
            <a:lvl8pPr>
              <a:defRPr sz="210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8pPr>
            <a:lvl9pPr>
              <a:defRPr sz="210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7B5C"/>
                </a:solidFill>
                <a:latin typeface="Thonburi"/>
                <a:ea typeface="Thonburi"/>
                <a:cs typeface="Thonburi"/>
              </a:defRPr>
            </a:pPr>
            <a:r>
              <a:rPr sz="2100" b="1">
                <a:solidFill>
                  <a:srgbClr val="FF7B5C"/>
                </a:solidFill>
                <a:latin typeface="Thonburi"/>
                <a:ea typeface="Thonburi"/>
                <a:cs typeface="Thonburi"/>
              </a:rPr>
              <a:t>×  วิธีเดิม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BF28FE-D1F7-4C3A-AAD8-8A38D0C4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954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210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✓  Uthai Smash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CDBBC-47C6-4A3D-B93C-516B673B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F89055-FB03-4DF6-A326-EF143525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350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350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350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350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350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350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350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350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350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เห็นเพียงรายชื่อบนกระดาน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4061D9-AE27-4F37-B927-C3E77444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622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เห็นคิว สนาม และคนว่างพร้อมกัน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0F3CEC-1BA5-4A4A-9020-EA729791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4DFFFB-D3CE-490D-AF09-F172E16B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ชื่อซ้ำเพราะไม่รู้ว่าอยู่คิวไหน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84B024-2606-4552-A5B5-3811EDA9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861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ระบบกันคนที่อยู่ในคิวออกจากรายชื่อว่าง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BD2451-6B58-45F3-A5E2-F8E71BD1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D575C1-CFDD-41F9-AD6F-74B00AB3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หารค่าลูกและคัดยอดเอง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820E55-1A00-454A-B2F4-15CF7DB6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100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หารค่าลูก 4 คนอัตโนมัติ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85CB0E-D50E-424F-8310-A338C475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C2E921-3A32-4C5F-B4F9-6CC3B53F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339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ค่าน้ำ อุปกรณ์ และค่าเข้าแยกกัน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525B85-7A0F-4E71-8910-513AFC1E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339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รวมทุกยอดไว้ที่คนเดียวในวันเดียว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CC7CFA-13F8-4221-B0C8-B1161418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2D547F-F6A3-4FEA-BA6E-8782406B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ตามสลิปจาก Line แล้วจำเอง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29DBB6-95CA-4C48-8E49-BD9CBBF5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578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แอดมินดู Line เดิม แล้วกดยืนยันรับชำระ</a:t>
            </a:r>
          </a:p>
        </p:txBody>
      </p:sp>
    </p:spTree>
    <p:extLst>
      <p:ext uri="{BB962C8B-B14F-4D97-AF65-F5344CB8AC3E}">
        <p14:creationId xmlns:p14="http://schemas.microsoft.com/office/powerpoint/2010/main" val="4237185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4480D1-77C9-4D8F-A068-2B94CCBF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defPPr>
            <a:lvl1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1pPr>
            <a:lvl2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2pPr>
            <a:lvl3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3pPr>
            <a:lvl4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4pPr>
            <a:lvl5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5pPr>
            <a:lvl6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6pPr>
            <a:lvl7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7pPr>
            <a:lvl8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8pPr>
            <a:lvl9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pPr>
            <a:r>
              <a:rPr sz="900" b="1">
                <a:solidFill>
                  <a:srgbClr val="1C523D"/>
                </a:solidFill>
                <a:latin typeface="Thonburi"/>
                <a:ea typeface="Thonburi"/>
                <a:cs typeface="Thonburi"/>
              </a:rPr>
              <a:t>THE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37A8C6-3FB4-4808-909B-AEA38B47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2700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หนึ่งระบบ ครบสามหน้าจอ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05B8D-9A6B-49D2-A076-C3DDEA1E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975" b="1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92F18-3C48-40CD-B21A-54B70999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83E7A-4E7B-41D4-9A1D-3E0BAA11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defPPr>
            <a:lvl1pPr>
              <a:defRPr sz="975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1pPr>
            <a:lvl2pPr>
              <a:defRPr sz="975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2pPr>
            <a:lvl3pPr>
              <a:defRPr sz="975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3pPr>
            <a:lvl4pPr>
              <a:defRPr sz="975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4pPr>
            <a:lvl5pPr>
              <a:defRPr sz="975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5pPr>
            <a:lvl6pPr>
              <a:defRPr sz="975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6pPr>
            <a:lvl7pPr>
              <a:defRPr sz="975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7pPr>
            <a:lvl8pPr>
              <a:defRPr sz="975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8pPr>
            <a:lvl9pPr>
              <a:defRPr sz="975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pPr>
            <a:r>
              <a:rPr sz="975" b="1">
                <a:solidFill>
                  <a:srgbClr val="1C523D"/>
                </a:solidFill>
                <a:latin typeface="Thonburi"/>
                <a:ea typeface="Thonburi"/>
                <a:cs typeface="Thonburi"/>
              </a:rPr>
              <a:t>TV 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23C89-C9A1-40F7-B99C-8C408109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2095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8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8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8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8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8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8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8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8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8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800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เห็นคิว 1–10</a:t>
            </a:r>
          </a:p>
          <a:p xmlns:a="http://schemas.openxmlformats.org/drawingml/2006/main">
            <a:pPr>
              <a:defRPr sz="18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800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สนามที่กำลังเล่น</a:t>
            </a:r>
          </a:p>
          <a:p xmlns:a="http://schemas.openxmlformats.org/drawingml/2006/main">
            <a:pPr>
              <a:defRPr sz="18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800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และคนว่าง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C8E299-90F1-4478-B239-77ABC57F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200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จอทีวีอ่านอย่างเดียว</a:t>
            </a:r>
          </a:p>
          <a:p xmlns:a="http://schemas.openxmlformats.org/drawingml/2006/main">
            <a: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200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ไม่มีใครกดพลาด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717D03-82A7-4860-A3A7-725F21FF81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c0a0b060e4db9"/>
          <a:srcRect xmlns:a="http://schemas.openxmlformats.org/drawingml/2006/main" l="11302" t="0" r="11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8000" y="1676400"/>
            <a:ext cx="4000500" cy="409575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B566B4-AD4B-4481-BAA4-42F895F20B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284e2b9b9741b6"/>
          <a:srcRect xmlns:a="http://schemas.openxmlformats.org/drawingml/2006/main" l="11270" t="0" r="112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53300" y="1676400"/>
            <a:ext cx="4000500" cy="409575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2F8087-B290-46CF-9B43-79E4853D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924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12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12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12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12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12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12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12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12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12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เว็บผู้เล่น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0822DD-4AF4-4206-99D5-68B1B643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924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12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12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12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12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12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12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12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12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12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เว็บผู้ดูแล</a:t>
            </a:r>
          </a:p>
        </p:txBody>
      </p:sp>
    </p:spTree>
    <p:extLst>
      <p:ext uri="{BB962C8B-B14F-4D97-AF65-F5344CB8AC3E}">
        <p14:creationId xmlns:p14="http://schemas.microsoft.com/office/powerpoint/2010/main" val="6696101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E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24498D-F46A-43B4-98CA-5A10104F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defPPr>
            <a:lvl1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1pPr>
            <a:lvl2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2pPr>
            <a:lvl3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3pPr>
            <a:lvl4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4pPr>
            <a:lvl5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5pPr>
            <a:lvl6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6pPr>
            <a:lvl7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7pPr>
            <a:lvl8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8pPr>
            <a:lvl9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pPr>
            <a:r>
              <a:rPr sz="900" b="1">
                <a:solidFill>
                  <a:srgbClr val="1C523D"/>
                </a:solidFill>
                <a:latin typeface="Thonburi"/>
                <a:ea typeface="Thonburi"/>
                <a:cs typeface="Thonburi"/>
              </a:rPr>
              <a:t>QUEUE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3C108-04F6-4B6B-BE16-BF675AAC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2700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Flow คิวที่ทุกคนช่วยกันบริหารได้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6CE36F-2905-4D80-BF03-D77CAA55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975" b="1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4BC859-98F4-4A5C-9A27-A84DF848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40199-D886-410E-BA53-FF1A85B2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210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4B69C-41D5-4C6B-9E6B-C212FA40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A0216-37E1-4C02-8A6D-F2B0A691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425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เลือกชื่อ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92D59A-64AF-4BD4-B6D1-4F46C1A2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125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เลือกจาก Master สมาชิก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22924-F909-4C0C-B994-A09A769D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812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210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725BB8-7F19-42ED-8810-3310C940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8956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B33699-A2A5-4AFD-B271-6AB33379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051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425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เช็คอิน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BA474D-6517-4FEA-A2E8-79E708DB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00450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125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เช็คอินตัวเองหรือเพื่อน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048A32-AEF1-4BCE-909E-C7B363C9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812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210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78A0CC-FAE4-4C45-BD30-A3B3BB52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956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1EB062-3980-44B9-A431-D2597FDA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051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425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รวม 4 คน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8127AD-9645-4F11-A2FB-B3E81F95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00450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125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เลือกเฉพาะคนว่าง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A5CF03-8247-442E-A8F2-35773A18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812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210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7B516F-009A-4C7B-B34F-9FC34D8F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3F66E4-D432-4B84-8D94-9DC394D6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51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425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ลงคิว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98C849-54AB-425C-815B-AC5727DF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00450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125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เห็นลำดับบน TV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DA3BC1-5957-4FC9-B5D0-08B90E8C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812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210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D6C95B-AB23-485F-B363-3E177EA1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956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847983-B69A-4193-B432-2BA771E3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051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425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ลงสนาม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3522A1-4BE7-4B4B-A7F5-D0FE3DF4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00450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125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เลือกสนาม 1–4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CB4A00-50D4-4F50-ACF4-8AEA7AEB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3812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210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125B93-E6BA-4946-AA7E-1378FB67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8956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088516-3383-49EB-B3D2-7567B436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1051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425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จบเกม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8894DE-BE46-4ECF-967E-B7CF5DA8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600450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125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คืนสนามให้คิวถัดไป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4A5414-D676-4879-AE3B-46FF9DEC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18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18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18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18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18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18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18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18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18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1875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หลักสำคัญ: คนทำรายการไม่จำเป็นต้องเป็นคนในคิว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B42871-6301-408F-904D-3F96C7FD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เพื่อน ผู้เล่น หรือแอดมินช่วยเช็คอิน จับทีม จัดสนาม และจบเกมแทนกันได้</a:t>
            </a:r>
          </a:p>
        </p:txBody>
      </p:sp>
    </p:spTree>
    <p:extLst>
      <p:ext uri="{BB962C8B-B14F-4D97-AF65-F5344CB8AC3E}">
        <p14:creationId xmlns:p14="http://schemas.microsoft.com/office/powerpoint/2010/main" val="1466927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75B266-5E61-4C7D-93DA-04D17F25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defPPr>
            <a:lvl1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1pPr>
            <a:lvl2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2pPr>
            <a:lvl3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3pPr>
            <a:lvl4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4pPr>
            <a:lvl5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5pPr>
            <a:lvl6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6pPr>
            <a:lvl7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7pPr>
            <a:lvl8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8pPr>
            <a:lvl9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pPr>
            <a:r>
              <a:rPr sz="900" b="1">
                <a:solidFill>
                  <a:srgbClr val="1C523D"/>
                </a:solidFill>
                <a:latin typeface="Thonburi"/>
                <a:ea typeface="Thonburi"/>
                <a:cs typeface="Thonburi"/>
              </a:rPr>
              <a:t>ADMIN PAYMENT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0E51DD-7652-4B5A-94D3-3C51DBEA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2700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Admin รวมยอดและสร้างรูปทวงเงินได้ทันที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638320-A4DD-413F-948D-EF40C81A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975" b="1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ADC603-2323-4F95-83D2-DDB959EF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A51962-D37E-4CA5-8DD6-8757ECF92A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c682e783af4e05"/>
          <a:stretch xmlns:a="http://schemas.openxmlformats.org/drawingml/2006/main"/>
        </p:blipFill>
        <p:spPr>
          <a:xfrm xmlns:a="http://schemas.openxmlformats.org/drawingml/2006/main">
            <a:off x="609600" y="1853368"/>
            <a:ext cx="4095750" cy="3875164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CCD5CA-EC5E-42B3-92D4-4C1D4C27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6690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210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AD0925-867E-4299-B856-84F9ECE8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859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650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รวมยอดต่อคน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05275A-768C-4C2C-AAAC-A18C58F7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2479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125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ค่าลูก ค่าเข้า น้ำ อุปกรณ์ และยอดค้างเดิม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2F3C6C-6452-458F-A046-B31CD6A3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5750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210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973D03-DE77-49B9-A6A6-1456F631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8765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650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ดาวน์โหลดเป็นรูป PNG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13DB7F-4169-4859-B1FA-89886E21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385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125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เลือกดาวน์โหลดรายคน หรือรวมทุกคนที่ยังค้าง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9B6A22-5E0A-453F-8626-2C999D07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4810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210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2E028F-4B79-4E12-A2D3-F44EA4D6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671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650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ส่งไปทวงใน Line เดิม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D80EB9-09EE-40A8-ACFF-3A4B04CE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2291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125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ไม่บังคับให้ผู้เล่นรุ่นเก่าเปลี่ยนช่องทาง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E77158-DC54-4AB7-915A-B0DF461F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953000"/>
            <a:ext cx="6096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23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2F5F9F-468A-47FA-B5FF-1B07448B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2197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defPPr>
            <a:lvl1pPr>
              <a:defRPr sz="15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1pPr>
            <a:lvl2pPr>
              <a:defRPr sz="15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2pPr>
            <a:lvl3pPr>
              <a:defRPr sz="15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3pPr>
            <a:lvl4pPr>
              <a:defRPr sz="15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4pPr>
            <a:lvl5pPr>
              <a:defRPr sz="15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5pPr>
            <a:lvl6pPr>
              <a:defRPr sz="15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6pPr>
            <a:lvl7pPr>
              <a:defRPr sz="15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7pPr>
            <a:lvl8pPr>
              <a:defRPr sz="15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8pPr>
            <a:lvl9pPr>
              <a:defRPr sz="15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pPr>
            <a:r>
              <a:rPr sz="1500" b="1">
                <a:solidFill>
                  <a:srgbClr val="FFFEF9"/>
                </a:solidFill>
                <a:latin typeface="Thonburi"/>
                <a:ea typeface="Thonburi"/>
                <a:cs typeface="Thonburi"/>
              </a:rPr>
              <a:t>แอดมินตรวจสลิป → กดยืนยันรับชำระ → เปิดสิทธิ์วันถัดไป</a:t>
            </a:r>
          </a:p>
        </p:txBody>
      </p:sp>
    </p:spTree>
    <p:extLst>
      <p:ext uri="{BB962C8B-B14F-4D97-AF65-F5344CB8AC3E}">
        <p14:creationId xmlns:p14="http://schemas.microsoft.com/office/powerpoint/2010/main" val="12721548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E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843C4B-FF7A-4943-8166-4FE9114C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defPPr>
            <a:lvl1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1pPr>
            <a:lvl2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2pPr>
            <a:lvl3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3pPr>
            <a:lvl4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4pPr>
            <a:lvl5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5pPr>
            <a:lvl6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6pPr>
            <a:lvl7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7pPr>
            <a:lvl8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8pPr>
            <a:lvl9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pPr>
            <a:r>
              <a:rPr sz="900" b="1">
                <a:solidFill>
                  <a:srgbClr val="1C523D"/>
                </a:solidFill>
                <a:latin typeface="Thonburi"/>
                <a:ea typeface="Thonburi"/>
                <a:cs typeface="Thonburi"/>
              </a:rPr>
              <a:t>ADOPTION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C32B0D-4AE2-42F7-8AED-96B702CF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2700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เปลี่ยนระบบหลังบ้าน โดยไม่เปลี่ยนคนเล่น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B870F7-D950-4585-B78F-8CCD25CE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975" b="1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55A16E-F090-4938-9983-0FCC19CD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3477C6-3746-4CC5-A243-628A9A0B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20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20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20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20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20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20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20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20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20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2025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ผู้เล่นรุ่นเก่าไม่ต้องทำทุกอย่างเอง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F85B01-ECF7-4FA7-B69C-C7327910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1725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730FC3-B11F-446C-81AC-53E6382B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19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425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คนอื่นทำแทนได้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2884FC-5693-46C3-9013-3051B7CE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050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เพื่อนหรือแอดมินเลือกชื่อ เช็คอิน และลงคิวให้ได้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365F4E-266F-46DF-B847-431B27A2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1725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76E521-70D6-4C29-8E3F-F769FF95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425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สลิปยังอยู่ใน Line เดิม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EAE54-556E-4B08-83E5-046301C3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050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ไม่บังคับย้ายช่องทางส่งเงินที่ทุกคนคุ้นเคย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A77E43-18C8-4792-BE6A-8CCFE75C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1725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B9524E-21BE-4E39-A25F-8212EFA8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57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425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แอดมินเป็นคนยืนยัน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376EAC-8E52-45DC-A878-1847BC19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624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050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เปิด Line ตรวจสลิป แล้วกดรับชำระในระบบ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CD14EC-DE21-486A-AA7E-96B6637A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768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1725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45ECDD-828D-4B88-B782-E72CBDFD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76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425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จอ TV แค่ให้ดู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1E5FCA-2111-446F-9AC7-C7D0717D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816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050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ผู้เล่นไม่ต้องเรียนรู้ปุ่มใหม่เพื่อดูคิว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B814C4-95AC-4C60-8A43-0D7D6C7D7A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5420f4ffcf43a3"/>
          <a:srcRect xmlns:a="http://schemas.openxmlformats.org/drawingml/2006/main" l="0" t="266" r="0" b="2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24550" y="1695450"/>
            <a:ext cx="5391150" cy="4210050"/>
          </a:xfrm>
          <a:prstGeom xmlns:a="http://schemas.openxmlformats.org/drawingml/2006/main" prst="roundRect">
            <a:avLst>
              <a:gd name="adj" fmla="val 2715"/>
            </a:avLst>
          </a:prstGeom>
        </p:spPr>
      </p:pic>
    </p:spTree>
    <p:extLst>
      <p:ext uri="{BB962C8B-B14F-4D97-AF65-F5344CB8AC3E}">
        <p14:creationId xmlns:p14="http://schemas.microsoft.com/office/powerpoint/2010/main" val="17788795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8F1BF4-D718-4F52-B738-DDD5451C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defPPr>
            <a:lvl1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1pPr>
            <a:lvl2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2pPr>
            <a:lvl3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3pPr>
            <a:lvl4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4pPr>
            <a:lvl5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5pPr>
            <a:lvl6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6pPr>
            <a:lvl7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7pPr>
            <a:lvl8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8pPr>
            <a:lvl9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pPr>
            <a:r>
              <a:rPr sz="900" b="1">
                <a:solidFill>
                  <a:srgbClr val="1C523D"/>
                </a:solidFill>
                <a:latin typeface="Thonburi"/>
                <a:ea typeface="Thonburi"/>
                <a:cs typeface="Thonburi"/>
              </a:rPr>
              <a:t>ADMIN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E3589F-E61D-4D3B-BC39-909EDAF6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2700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Admin เห็นภาพรวมก่อนลงมือจัดการ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F9B61C-64A3-4254-9879-56DE1B2E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975" b="1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99891-320E-43AD-B359-6AD9CDAB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ACBE53-E5DC-46C2-BC95-3EAA8C0D96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646ef934784c68"/>
          <a:stretch xmlns:a="http://schemas.openxmlformats.org/drawingml/2006/main"/>
        </p:blipFill>
        <p:spPr>
          <a:xfrm xmlns:a="http://schemas.openxmlformats.org/drawingml/2006/main">
            <a:off x="1802054" y="1676400"/>
            <a:ext cx="5025542" cy="4362450"/>
          </a:xfrm>
          <a:prstGeom xmlns:a="http://schemas.openxmlformats.org/drawingml/2006/main" prst="roundRect">
            <a:avLst>
              <a:gd name="adj" fmla="val 262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0D0644-BED1-4D41-823D-2C72ABA1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716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18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18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18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18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18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18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18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18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18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1875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ตัวเลขที่ต้องเห็นทุกวัน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EB045A-E126-41F9-92F4-AF277E9F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003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150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E30C19-E5F0-4BD7-9C0C-8A8A4D91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003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2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2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2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2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2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2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2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2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2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รายรับวันนี้ เดือนนี้ และปีนี้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D863ED-371C-48AE-8F9D-5744B447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908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150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351994-69F0-453E-A62D-437B0CAF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908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275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275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275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275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275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275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275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275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275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275" b="0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จำนวนเกมและลูกที่เบิก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EFC9C7-F14A-4AE9-8039-CF6CBD7C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814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150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9E4408-F81E-4AC7-9D63-81AFE817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814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275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275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275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275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275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275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275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275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275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275" b="0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รายรับแยกตามประเภท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337E60-141A-47F0-BCD2-CE5EC98A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719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150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556415-79EB-46A7-8510-5BAC0A74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719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275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275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275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275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275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275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275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275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275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275" b="0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ยอดค้างและจำนวนคนที่ต้องตาม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103CB8-486E-4E11-9867-3858A691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7625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150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443E64-1A47-455A-AA4B-2460F83D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625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275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275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275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275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275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275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275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275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275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275" b="0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คิว สนาม และทางลัดงานประจำ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FCB8AE-9960-44AF-A764-1C86F4AB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48300"/>
            <a:ext cx="30670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23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DD995F-086B-4A66-8E78-29AA37C8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67690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defPPr>
            <a:lvl1pPr>
              <a:defRPr sz="127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1pPr>
            <a:lvl2pPr>
              <a:defRPr sz="127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2pPr>
            <a:lvl3pPr>
              <a:defRPr sz="127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3pPr>
            <a:lvl4pPr>
              <a:defRPr sz="127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4pPr>
            <a:lvl5pPr>
              <a:defRPr sz="127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5pPr>
            <a:lvl6pPr>
              <a:defRPr sz="127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6pPr>
            <a:lvl7pPr>
              <a:defRPr sz="127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7pPr>
            <a:lvl8pPr>
              <a:defRPr sz="127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8pPr>
            <a:lvl9pPr>
              <a:defRPr sz="127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FFFEF9"/>
                </a:solidFill>
                <a:latin typeface="Thonburi"/>
                <a:ea typeface="Thonburi"/>
                <a:cs typeface="Thonburi"/>
              </a:rPr>
              <a:t>หน้าเดียว → เบิกลูก ซื้อของ ปิดยอด</a:t>
            </a:r>
          </a:p>
        </p:txBody>
      </p:sp>
    </p:spTree>
    <p:extLst>
      <p:ext uri="{BB962C8B-B14F-4D97-AF65-F5344CB8AC3E}">
        <p14:creationId xmlns:p14="http://schemas.microsoft.com/office/powerpoint/2010/main" val="18928168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86FA45-A8AA-4ACB-B5E1-62B43833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defPPr>
            <a:lvl1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1pPr>
            <a:lvl2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2pPr>
            <a:lvl3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3pPr>
            <a:lvl4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4pPr>
            <a:lvl5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5pPr>
            <a:lvl6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6pPr>
            <a:lvl7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7pPr>
            <a:lvl8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8pPr>
            <a:lvl9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C523D"/>
                </a:solidFill>
                <a:latin typeface="Thonburi"/>
                <a:ea typeface="Thonburi"/>
                <a:cs typeface="Thonburi"/>
              </a:defRPr>
            </a:pPr>
            <a:r>
              <a:rPr sz="900" b="1">
                <a:solidFill>
                  <a:srgbClr val="1C523D"/>
                </a:solidFill>
                <a:latin typeface="Thonburi"/>
                <a:ea typeface="Thonburi"/>
                <a:cs typeface="Thonburi"/>
              </a:rPr>
              <a:t>PILOT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283661-A9E3-432C-9559-9F15EB5A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2700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เริ่มทดลองกับงานจริงหนึ่งคืน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6A4DA6-055D-4F08-9BC0-32172033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975" b="1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EEBA4-1F8C-4FBF-A477-E6BC2F9F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9E8C0-1B04-45E1-B451-50AA4AE0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52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225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2FFEF-5CAD-4819-AE4E-DFD3349E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650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ตั้ง Master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19D447-00DB-4FAA-9D82-F2BFA56D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171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200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สมาชิก สนาม ระดับมือ น้ำและอุปกรณ์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CC8DCF-F7B6-4A8F-AD37-4BE0E1F7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955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defPPr>
            <a:lvl1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1pPr>
            <a:lvl2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2pPr>
            <a:lvl3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3pPr>
            <a:lvl4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4pPr>
            <a:lvl5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5pPr>
            <a:lvl6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6pPr>
            <a:lvl7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7pPr>
            <a:lvl8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8pPr>
            <a:lvl9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pPr>
            <a:r>
              <a:rPr sz="1800" b="1">
                <a:solidFill>
                  <a:srgbClr val="D9F36A"/>
                </a:solidFill>
                <a:latin typeface="Thonburi"/>
                <a:ea typeface="Thonburi"/>
                <a:cs typeface="Thonbur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BD65A2-21BE-40FD-A834-9A8171B5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47850"/>
            <a:ext cx="552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225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AD6BF3-3158-4C95-855A-FD7549A5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765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650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เปิด TV 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0B1739-29A7-4FB4-ADFE-2AC64183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52750"/>
            <a:ext cx="2171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200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ใช้ลิงก์ผู้เล่นและหน้า Admin พร้อมกัน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75FC15-E720-4BBC-A5D8-35272B6E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955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defPPr>
            <a:lvl1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1pPr>
            <a:lvl2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2pPr>
            <a:lvl3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3pPr>
            <a:lvl4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4pPr>
            <a:lvl5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5pPr>
            <a:lvl6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6pPr>
            <a:lvl7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7pPr>
            <a:lvl8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8pPr>
            <a:lvl9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pPr>
            <a:r>
              <a:rPr sz="1800" b="1">
                <a:solidFill>
                  <a:srgbClr val="D9F36A"/>
                </a:solidFill>
                <a:latin typeface="Thonburi"/>
                <a:ea typeface="Thonburi"/>
                <a:cs typeface="Thonbur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BCFEDD-A30D-4E54-99E5-5E1DA832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47850"/>
            <a:ext cx="552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225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AE116D-1636-446F-8EF4-F4AA0ECD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765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650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เดินคู่ของเดิม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29744D-4FD0-4A4E-923A-6F360383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52750"/>
            <a:ext cx="2171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200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ยังใช้ Line และให้คนเดิมช่วยทำรายการ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328A98-0BD2-49F3-A3F8-699FEDBF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955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defPPr>
            <a:lvl1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1pPr>
            <a:lvl2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2pPr>
            <a:lvl3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3pPr>
            <a:lvl4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4pPr>
            <a:lvl5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5pPr>
            <a:lvl6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6pPr>
            <a:lvl7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7pPr>
            <a:lvl8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8pPr>
            <a:lvl9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pPr>
            <a:r>
              <a:rPr sz="1800" b="1">
                <a:solidFill>
                  <a:srgbClr val="D9F36A"/>
                </a:solidFill>
                <a:latin typeface="Thonburi"/>
                <a:ea typeface="Thonburi"/>
                <a:cs typeface="Thonburi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B5B502-A70F-4D18-A01A-F76807F9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47850"/>
            <a:ext cx="552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defPPr>
            <a:lvl1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1pPr>
            <a:lvl2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2pPr>
            <a:lvl3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3pPr>
            <a:lvl4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4pPr>
            <a:lvl5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5pPr>
            <a:lvl6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6pPr>
            <a:lvl7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7pPr>
            <a:lvl8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8pPr>
            <a:lvl9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23C2C"/>
                </a:solidFill>
                <a:latin typeface="Thonburi"/>
                <a:ea typeface="Thonburi"/>
                <a:cs typeface="Thonburi"/>
              </a:defRPr>
            </a:pPr>
            <a:r>
              <a:rPr sz="2250" b="1">
                <a:solidFill>
                  <a:srgbClr val="123C2C"/>
                </a:solidFill>
                <a:latin typeface="Thonburi"/>
                <a:ea typeface="Thonburi"/>
                <a:cs typeface="Thonbur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21DFF7-57BB-404B-B93A-A52A1182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765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defPPr>
            <a:lvl1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1pPr>
            <a:lvl2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2pPr>
            <a:lvl3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3pPr>
            <a:lvl4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4pPr>
            <a:lvl5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5pPr>
            <a:lvl6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6pPr>
            <a:lvl7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7pPr>
            <a:lvl8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8pPr>
            <a:lvl9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221D"/>
                </a:solidFill>
                <a:latin typeface="Thonburi"/>
                <a:ea typeface="Thonburi"/>
                <a:cs typeface="Thonburi"/>
              </a:defRPr>
            </a:pPr>
            <a:r>
              <a:rPr sz="1650" b="1">
                <a:solidFill>
                  <a:srgbClr val="17221D"/>
                </a:solidFill>
                <a:latin typeface="Thonburi"/>
                <a:ea typeface="Thonburi"/>
                <a:cs typeface="Thonburi"/>
              </a:rPr>
              <a:t>ปิดยอด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7DA847-8B4C-447E-8D4B-A642BA8D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52750"/>
            <a:ext cx="2171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1200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เทียบคิว ยอดเงิน และรายการค้างปลายคืน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8918C7-E245-4E78-8F38-B886437C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728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23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9DC45A-79A2-4ACE-B4ED-D23E5788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defPPr>
            <a:lvl1pPr>
              <a:defRPr sz="1425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1pPr>
            <a:lvl2pPr>
              <a:defRPr sz="1425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2pPr>
            <a:lvl3pPr>
              <a:defRPr sz="1425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3pPr>
            <a:lvl4pPr>
              <a:defRPr sz="1425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4pPr>
            <a:lvl5pPr>
              <a:defRPr sz="1425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5pPr>
            <a:lvl6pPr>
              <a:defRPr sz="1425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6pPr>
            <a:lvl7pPr>
              <a:defRPr sz="1425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7pPr>
            <a:lvl8pPr>
              <a:defRPr sz="1425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8pPr>
            <a:lvl9pPr>
              <a:defRPr sz="1425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D9F36A"/>
                </a:solidFill>
                <a:latin typeface="Thonburi"/>
                <a:ea typeface="Thonburi"/>
                <a:cs typeface="Thonburi"/>
              </a:defRPr>
            </a:pPr>
            <a:r>
              <a:rPr sz="1425" b="1">
                <a:solidFill>
                  <a:srgbClr val="D9F36A"/>
                </a:solidFill>
                <a:latin typeface="Thonburi"/>
                <a:ea typeface="Thonburi"/>
                <a:cs typeface="Thonburi"/>
              </a:rPr>
              <a:t>เป้าหมายของ Pilot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616E24-CCA9-42E7-9DF4-60A6E697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defPPr>
            <a:lvl1pPr>
              <a:defRPr sz="17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1pPr>
            <a:lvl2pPr>
              <a:defRPr sz="17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2pPr>
            <a:lvl3pPr>
              <a:defRPr sz="17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3pPr>
            <a:lvl4pPr>
              <a:defRPr sz="17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4pPr>
            <a:lvl5pPr>
              <a:defRPr sz="17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5pPr>
            <a:lvl6pPr>
              <a:defRPr sz="17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6pPr>
            <a:lvl7pPr>
              <a:defRPr sz="17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7pPr>
            <a:lvl8pPr>
              <a:defRPr sz="17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8pPr>
            <a:lvl9pPr>
              <a:defRPr sz="17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EF9"/>
                </a:solidFill>
                <a:latin typeface="Thonburi"/>
                <a:ea typeface="Thonburi"/>
                <a:cs typeface="Thonburi"/>
              </a:defRPr>
            </a:pPr>
            <a:r>
              <a:rPr sz="1725" b="1">
                <a:solidFill>
                  <a:srgbClr val="FFFEF9"/>
                </a:solidFill>
                <a:latin typeface="Thonburi"/>
                <a:ea typeface="Thonburi"/>
                <a:cs typeface="Thonburi"/>
              </a:rPr>
              <a:t>พิสูจน์ว่าเห็นคนว่างจริง  •  คิวไม่ซ้ำ  •  ยอดรายคนรวมครบ  •  ปิดเงินได้ภายในคืนเดียว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4F0345-9603-4534-B5EA-A9E1731E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38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defPPr>
            <a:lvl1pPr>
              <a:defRPr sz="97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1pPr>
            <a:lvl2pPr>
              <a:defRPr sz="97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2pPr>
            <a:lvl3pPr>
              <a:defRPr sz="97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3pPr>
            <a:lvl4pPr>
              <a:defRPr sz="97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4pPr>
            <a:lvl5pPr>
              <a:defRPr sz="97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5pPr>
            <a:lvl6pPr>
              <a:defRPr sz="97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6pPr>
            <a:lvl7pPr>
              <a:defRPr sz="97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7pPr>
            <a:lvl8pPr>
              <a:defRPr sz="97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8pPr>
            <a:lvl9pPr>
              <a:defRPr sz="97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F7B74"/>
                </a:solidFill>
                <a:latin typeface="Thonburi"/>
                <a:ea typeface="Thonburi"/>
                <a:cs typeface="Thonburi"/>
              </a:defRPr>
            </a:pPr>
            <a:r>
              <a:rPr sz="975" b="0">
                <a:solidFill>
                  <a:srgbClr val="6F7B74"/>
                </a:solidFill>
                <a:latin typeface="Thonburi"/>
                <a:ea typeface="Thonburi"/>
                <a:cs typeface="Thonburi"/>
              </a:rPr>
              <a:t>สถานะปัจจุบัน: clickable prototype — ขั้นต่อไปคือฐานข้อมูล การยืนยันตัวตน และพื้นที่เก็บสลิปจริง</a:t>
            </a:r>
          </a:p>
        </p:txBody>
      </p:sp>
    </p:spTree>
    <p:extLst>
      <p:ext uri="{BB962C8B-B14F-4D97-AF65-F5344CB8AC3E}">
        <p14:creationId xmlns:p14="http://schemas.microsoft.com/office/powerpoint/2010/main" val="7100276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2026-10-20T07:56:59.4630000Z</dcterms:created>
  <dcterms:modified xsi:type="dcterms:W3CDTF">2026-10-20T07:56:59.4630000Z</dcterms:modified>
</coreProperties>
</file>